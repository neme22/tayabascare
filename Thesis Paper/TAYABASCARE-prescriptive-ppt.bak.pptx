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4" d="100"/>
          <a:sy n="74" d="100"/>
        </p:scale>
        <p:origin x="340" y="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notesMaster" Target="notesMasters/notesMaster1.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10" name="Picture 9" descr="A black circle in a purple and orange color&#10;&#10;AI-generated content may be incorrect."/>
          <p:cNvPicPr>
            <a:picLocks noChangeAspect="1"/>
          </p:cNvPicPr>
          <p:nvPr/>
        </p:nvPicPr>
        <p:blipFill>
          <a:blip r:embed="rId2">
            <a:extLst>
              <a:ext uri="{28A0092B-C50C-407E-A947-70E740481C1C}">
                <a14:useLocalDpi xmlns:a14="http://schemas.microsoft.com/office/drawing/2010/main" val="0"/>
              </a:ext>
            </a:extLst>
          </a:blip>
          <a:srcRect l="14059" t="1529" r="16895" b="27442"/>
          <a:stretch>
            <a:fillRect/>
          </a:stretch>
        </p:blipFill>
        <p:spPr>
          <a:xfrm flipH="1">
            <a:off x="-27432" y="0"/>
            <a:ext cx="12219432" cy="6865715"/>
          </a:xfrm>
          <a:prstGeom prst="rect">
            <a:avLst/>
          </a:prstGeom>
        </p:spPr>
      </p:pic>
      <p:sp>
        <p:nvSpPr>
          <p:cNvPr id="2" name="Title 1"/>
          <p:cNvSpPr>
            <a:spLocks noGrp="1"/>
          </p:cNvSpPr>
          <p:nvPr>
            <p:ph type="ctrTitle"/>
          </p:nvPr>
        </p:nvSpPr>
        <p:spPr>
          <a:xfrm>
            <a:off x="6295259" y="1820486"/>
            <a:ext cx="4800600" cy="2762187"/>
          </a:xfrm>
        </p:spPr>
        <p:txBody>
          <a:bodyPr vert="horz" lIns="91440" tIns="45720" rIns="91440" bIns="45720" rtlCol="0" anchor="b">
            <a:normAutofit/>
          </a:bodyPr>
          <a:lstStyle>
            <a:lvl1pPr>
              <a:defRPr lang="en-US" sz="4800" dirty="0">
                <a:solidFill>
                  <a:schemeClr val="tx1"/>
                </a:solidFill>
              </a:defRPr>
            </a:lvl1pPr>
          </a:lstStyle>
          <a:p>
            <a:pPr lvl="0"/>
            <a:r>
              <a:rPr lang="en-US"/>
              <a:t>Click to edit Master title style</a:t>
            </a:r>
            <a:endParaRPr lang="en-US"/>
          </a:p>
        </p:txBody>
      </p:sp>
      <p:sp>
        <p:nvSpPr>
          <p:cNvPr id="3" name="Subtitle 2"/>
          <p:cNvSpPr>
            <a:spLocks noGrp="1"/>
          </p:cNvSpPr>
          <p:nvPr>
            <p:ph type="subTitle" idx="1"/>
          </p:nvPr>
        </p:nvSpPr>
        <p:spPr>
          <a:xfrm>
            <a:off x="6295260" y="4714821"/>
            <a:ext cx="3830874" cy="1496616"/>
          </a:xfrm>
        </p:spPr>
        <p:txBody>
          <a:bodyPr vert="horz" lIns="91440" tIns="45720" rIns="91440" bIns="45720" rtlCol="0" anchor="t">
            <a:normAutofit/>
          </a:bodyPr>
          <a:lstStyle>
            <a:lvl1pPr marL="0" indent="0">
              <a:buNone/>
              <a:defRPr lang="en-US" sz="1400" dirty="0">
                <a:solidFill>
                  <a:schemeClr val="tx1"/>
                </a:solidFill>
              </a:defRPr>
            </a:lvl1pPr>
          </a:lstStyle>
          <a:p>
            <a:pPr lvl="0"/>
            <a:r>
              <a:rPr lang="en-US"/>
              <a:t>Click to edit Master subtitle style</a:t>
            </a:r>
            <a:endParaRPr lang="en-US" dirty="0"/>
          </a:p>
        </p:txBody>
      </p:sp>
      <p:sp>
        <p:nvSpPr>
          <p:cNvPr id="5" name="Footer Placeholder 4"/>
          <p:cNvSpPr>
            <a:spLocks noGrp="1"/>
          </p:cNvSpPr>
          <p:nvPr>
            <p:ph type="ftr" sz="quarter" idx="11"/>
          </p:nvPr>
        </p:nvSpPr>
        <p:spPr>
          <a:xfrm>
            <a:off x="6295259" y="219456"/>
            <a:ext cx="2703777" cy="338328"/>
          </a:xfrm>
        </p:spPr>
        <p:txBody>
          <a:bodyPr/>
          <a:lstStyle>
            <a:lvl1pPr>
              <a:defRPr>
                <a:solidFill>
                  <a:schemeClr val="tx1"/>
                </a:solidFill>
              </a:defRPr>
            </a:lvl1pPr>
          </a:lstStyle>
          <a:p>
            <a:endParaRPr lang="en-PH"/>
          </a:p>
        </p:txBody>
      </p:sp>
      <p:sp>
        <p:nvSpPr>
          <p:cNvPr id="4" name="Date Placeholder 3"/>
          <p:cNvSpPr>
            <a:spLocks noGrp="1"/>
          </p:cNvSpPr>
          <p:nvPr>
            <p:ph type="dt" sz="half" idx="10"/>
          </p:nvPr>
        </p:nvSpPr>
        <p:spPr>
          <a:xfrm>
            <a:off x="9235440" y="219456"/>
            <a:ext cx="1495365" cy="338328"/>
          </a:xfrm>
        </p:spPr>
        <p:txBody>
          <a:bodyPr/>
          <a:lstStyle>
            <a:lvl1pPr>
              <a:defRPr>
                <a:solidFill>
                  <a:schemeClr val="tx1"/>
                </a:solidFill>
              </a:defRPr>
            </a:lvl1pPr>
          </a:lstStyle>
          <a:p>
            <a:fld id="{8C761CE8-432F-4AA9-A01D-EA461F4E793E}" type="datetimeFigureOut">
              <a:rPr lang="en-PH" smtClean="0"/>
            </a:fld>
            <a:endParaRPr lang="en-PH"/>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D07F422F-78E4-4668-989B-4B35DD3F18EE}" type="slidenum">
              <a:rPr lang="en-PH" smtClean="0"/>
            </a:fld>
            <a:endParaRPr lang="en-PH"/>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a:t>Click to edit Master title style</a:t>
            </a:r>
            <a:endParaRPr lang="en-US"/>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PH"/>
          </a:p>
        </p:txBody>
      </p:sp>
      <p:sp>
        <p:nvSpPr>
          <p:cNvPr id="4" name="Date Placeholder 3"/>
          <p:cNvSpPr>
            <a:spLocks noGrp="1"/>
          </p:cNvSpPr>
          <p:nvPr>
            <p:ph type="dt" sz="half" idx="10"/>
          </p:nvPr>
        </p:nvSpPr>
        <p:spPr>
          <a:xfrm>
            <a:off x="9217452" y="214858"/>
            <a:ext cx="1485900" cy="338328"/>
          </a:xfrm>
        </p:spPr>
        <p:txBody>
          <a:bodyPr/>
          <a:lstStyle>
            <a:lvl1pPr>
              <a:defRPr>
                <a:solidFill>
                  <a:schemeClr val="tx1"/>
                </a:solidFill>
              </a:defRPr>
            </a:lvl1pPr>
          </a:lstStyle>
          <a:p>
            <a:fld id="{8C761CE8-432F-4AA9-A01D-EA461F4E793E}" type="datetimeFigureOut">
              <a:rPr lang="en-PH" smtClean="0"/>
            </a:fld>
            <a:endParaRPr lang="en-PH"/>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D07F422F-78E4-4668-989B-4B35DD3F18EE}" type="slidenum">
              <a:rPr lang="en-PH" smtClean="0"/>
            </a:fld>
            <a:endParaRPr lang="en-PH"/>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pic>
        <p:nvPicPr>
          <p:cNvPr id="7" name="Picture 6" descr="A black circle in a purple and orange color&#10;&#10;AI-generated content may be incorrect."/>
          <p:cNvPicPr>
            <a:picLocks noChangeAspect="1"/>
          </p:cNvPicPr>
          <p:nvPr/>
        </p:nvPicPr>
        <p:blipFill>
          <a:blip r:embed="rId2">
            <a:extLst>
              <a:ext uri="{28A0092B-C50C-407E-A947-70E740481C1C}">
                <a14:useLocalDpi xmlns:a14="http://schemas.microsoft.com/office/drawing/2010/main" val="0"/>
              </a:ext>
            </a:extLst>
          </a:blip>
          <a:srcRect l="1146" t="10520" r="14652" b="11508"/>
          <a:stretch>
            <a:fillRect/>
          </a:stretch>
        </p:blipFill>
        <p:spPr>
          <a:xfrm flipH="1">
            <a:off x="-2" y="11899"/>
            <a:ext cx="12192001" cy="6865715"/>
          </a:xfrm>
          <a:prstGeom prst="rect">
            <a:avLst/>
          </a:prstGeom>
        </p:spPr>
      </p:pic>
      <p:sp>
        <p:nvSpPr>
          <p:cNvPr id="9" name="Title 8"/>
          <p:cNvSpPr>
            <a:spLocks noGrp="1"/>
          </p:cNvSpPr>
          <p:nvPr>
            <p:ph type="title"/>
          </p:nvPr>
        </p:nvSpPr>
        <p:spPr>
          <a:xfrm>
            <a:off x="420792" y="459253"/>
            <a:ext cx="5658468" cy="2691359"/>
          </a:xfrm>
        </p:spPr>
        <p:txBody>
          <a:bodyPr/>
          <a:lstStyle>
            <a:lvl1pPr>
              <a:defRPr sz="4600"/>
            </a:lvl1pPr>
          </a:lstStyle>
          <a:p>
            <a:r>
              <a:rPr lang="en-US"/>
              <a:t>Click to edit Master title style</a:t>
            </a:r>
            <a:endParaRPr lang="en-US" dirty="0"/>
          </a:p>
        </p:txBody>
      </p:sp>
      <p:sp>
        <p:nvSpPr>
          <p:cNvPr id="11" name="Subtitle 2"/>
          <p:cNvSpPr>
            <a:spLocks noGrp="1"/>
          </p:cNvSpPr>
          <p:nvPr>
            <p:ph type="subTitle" idx="1"/>
          </p:nvPr>
        </p:nvSpPr>
        <p:spPr>
          <a:xfrm>
            <a:off x="7362264" y="516600"/>
            <a:ext cx="2593814" cy="1627886"/>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a:t>Click to edit Master subtitle style</a:t>
            </a:r>
            <a:endParaRPr lang="en-US" dirty="0"/>
          </a:p>
        </p:txBody>
      </p:sp>
      <p:sp>
        <p:nvSpPr>
          <p:cNvPr id="5" name="Footer Placeholder 4"/>
          <p:cNvSpPr>
            <a:spLocks noGrp="1"/>
          </p:cNvSpPr>
          <p:nvPr>
            <p:ph type="ftr" sz="quarter" idx="11"/>
          </p:nvPr>
        </p:nvSpPr>
        <p:spPr>
          <a:xfrm>
            <a:off x="7362265" y="219456"/>
            <a:ext cx="2504049" cy="338328"/>
          </a:xfrm>
        </p:spPr>
        <p:txBody>
          <a:bodyPr/>
          <a:lstStyle>
            <a:lvl1pPr>
              <a:defRPr>
                <a:solidFill>
                  <a:schemeClr val="tx1"/>
                </a:solidFill>
              </a:defRPr>
            </a:lvl1pPr>
          </a:lstStyle>
          <a:p>
            <a:endParaRPr lang="en-PH"/>
          </a:p>
        </p:txBody>
      </p:sp>
      <p:sp>
        <p:nvSpPr>
          <p:cNvPr id="4" name="Date Placeholder 3"/>
          <p:cNvSpPr>
            <a:spLocks noGrp="1"/>
          </p:cNvSpPr>
          <p:nvPr>
            <p:ph type="dt" sz="half" idx="10"/>
          </p:nvPr>
        </p:nvSpPr>
        <p:spPr>
          <a:xfrm>
            <a:off x="10363200" y="219456"/>
            <a:ext cx="1146383" cy="338328"/>
          </a:xfrm>
        </p:spPr>
        <p:txBody>
          <a:bodyPr/>
          <a:lstStyle>
            <a:lvl1pPr>
              <a:defRPr>
                <a:solidFill>
                  <a:schemeClr val="tx1"/>
                </a:solidFill>
              </a:defRPr>
            </a:lvl1pPr>
          </a:lstStyle>
          <a:p>
            <a:fld id="{8C761CE8-432F-4AA9-A01D-EA461F4E793E}" type="datetimeFigureOut">
              <a:rPr lang="en-PH" smtClean="0"/>
            </a:fld>
            <a:endParaRPr lang="en-PH"/>
          </a:p>
        </p:txBody>
      </p:sp>
      <p:sp>
        <p:nvSpPr>
          <p:cNvPr id="6" name="Slide Number Placeholder 5"/>
          <p:cNvSpPr>
            <a:spLocks noGrp="1"/>
          </p:cNvSpPr>
          <p:nvPr>
            <p:ph type="sldNum" sz="quarter" idx="12"/>
          </p:nvPr>
        </p:nvSpPr>
        <p:spPr>
          <a:xfrm>
            <a:off x="11291657" y="219456"/>
            <a:ext cx="555948" cy="338328"/>
          </a:xfrm>
        </p:spPr>
        <p:txBody>
          <a:bodyPr/>
          <a:lstStyle>
            <a:lvl1pPr>
              <a:defRPr>
                <a:solidFill>
                  <a:schemeClr val="tx1"/>
                </a:solidFill>
              </a:defRPr>
            </a:lvl1pPr>
          </a:lstStyle>
          <a:p>
            <a:fld id="{D07F422F-78E4-4668-989B-4B35DD3F18EE}" type="slidenum">
              <a:rPr lang="en-PH" smtClean="0"/>
            </a:fld>
            <a:endParaRPr lang="en-PH"/>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p:cSld name="Title with Pictur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dirty="0"/>
              <a:t>   </a:t>
            </a:r>
            <a:endParaRPr lang="en-US" dirty="0"/>
          </a:p>
        </p:txBody>
      </p:sp>
      <p:sp>
        <p:nvSpPr>
          <p:cNvPr id="15" name="Title 14"/>
          <p:cNvSpPr>
            <a:spLocks noGrp="1"/>
          </p:cNvSpPr>
          <p:nvPr>
            <p:ph type="title"/>
          </p:nvPr>
        </p:nvSpPr>
        <p:spPr>
          <a:xfrm>
            <a:off x="0" y="4463843"/>
            <a:ext cx="12188952" cy="2394157"/>
          </a:xfrm>
          <a:gradFill>
            <a:gsLst>
              <a:gs pos="31000">
                <a:srgbClr val="000000">
                  <a:alpha val="30000"/>
                </a:srgbClr>
              </a:gs>
              <a:gs pos="87000">
                <a:srgbClr val="000000">
                  <a:alpha val="60000"/>
                </a:srgbClr>
              </a:gs>
              <a:gs pos="0">
                <a:srgbClr val="000000">
                  <a:alpha val="0"/>
                </a:srgbClr>
              </a:gs>
            </a:gsLst>
            <a:lin ang="5400000" scaled="0"/>
          </a:gradFill>
        </p:spPr>
        <p:txBody>
          <a:bodyPr lIns="502920" tIns="0" rIns="5029200" bIns="365760" anchor="b"/>
          <a:lstStyle>
            <a:lvl1pPr>
              <a:defRPr sz="4000">
                <a:solidFill>
                  <a:schemeClr val="tx1"/>
                </a:solidFill>
              </a:defRPr>
            </a:lvl1pPr>
          </a:lstStyle>
          <a:p>
            <a:r>
              <a:rPr lang="en-US"/>
              <a:t>Click to edit Master title style</a:t>
            </a:r>
            <a:endParaRPr lang="en-US" dirty="0"/>
          </a:p>
        </p:txBody>
      </p:sp>
      <p:sp>
        <p:nvSpPr>
          <p:cNvPr id="12" name="Subtitle 2"/>
          <p:cNvSpPr>
            <a:spLocks noGrp="1"/>
          </p:cNvSpPr>
          <p:nvPr>
            <p:ph type="subTitle" idx="1"/>
          </p:nvPr>
        </p:nvSpPr>
        <p:spPr>
          <a:xfrm>
            <a:off x="8801099" y="4463843"/>
            <a:ext cx="3387853" cy="2394157"/>
          </a:xfrm>
        </p:spPr>
        <p:txBody>
          <a:bodyPr vert="horz" lIns="137160" tIns="365760" rIns="0" bIns="457200" rtlCol="0" anchor="b">
            <a:normAutofit/>
          </a:bodyPr>
          <a:lstStyle>
            <a:lvl1pPr marL="0" indent="0">
              <a:buNone/>
              <a:defRPr lang="en-US" sz="1400" dirty="0">
                <a:solidFill>
                  <a:schemeClr val="tx1"/>
                </a:solidFill>
              </a:defRPr>
            </a:lvl1pPr>
          </a:lstStyle>
          <a:p>
            <a:pPr lvl="0"/>
            <a:r>
              <a:rPr lang="en-US"/>
              <a:t>Click to edit Master subtitle style</a:t>
            </a:r>
            <a:endParaRPr lang="en-US" dirty="0"/>
          </a:p>
        </p:txBody>
      </p:sp>
      <p:sp>
        <p:nvSpPr>
          <p:cNvPr id="8" name="Footer Placeholder 7"/>
          <p:cNvSpPr>
            <a:spLocks noGrp="1"/>
          </p:cNvSpPr>
          <p:nvPr>
            <p:ph type="ftr" sz="quarter" idx="15"/>
          </p:nvPr>
        </p:nvSpPr>
        <p:spPr>
          <a:xfrm>
            <a:off x="437656" y="219456"/>
            <a:ext cx="2740616" cy="365760"/>
          </a:xfrm>
        </p:spPr>
        <p:txBody>
          <a:bodyPr/>
          <a:lstStyle>
            <a:lvl1pPr>
              <a:defRPr>
                <a:solidFill>
                  <a:schemeClr val="tx1"/>
                </a:solidFill>
              </a:defRPr>
            </a:lvl1pPr>
          </a:lstStyle>
          <a:p>
            <a:endParaRPr lang="en-PH"/>
          </a:p>
        </p:txBody>
      </p:sp>
      <p:sp>
        <p:nvSpPr>
          <p:cNvPr id="7" name="Date Placeholder 6"/>
          <p:cNvSpPr>
            <a:spLocks noGrp="1"/>
          </p:cNvSpPr>
          <p:nvPr>
            <p:ph type="dt" sz="half" idx="14"/>
          </p:nvPr>
        </p:nvSpPr>
        <p:spPr>
          <a:xfrm>
            <a:off x="8866095" y="219456"/>
            <a:ext cx="1957990" cy="365760"/>
          </a:xfrm>
        </p:spPr>
        <p:txBody>
          <a:bodyPr/>
          <a:lstStyle>
            <a:lvl1pPr>
              <a:defRPr>
                <a:solidFill>
                  <a:schemeClr val="tx1"/>
                </a:solidFill>
              </a:defRPr>
            </a:lvl1pPr>
          </a:lstStyle>
          <a:p>
            <a:fld id="{8C761CE8-432F-4AA9-A01D-EA461F4E793E}" type="datetimeFigureOut">
              <a:rPr lang="en-PH" smtClean="0"/>
            </a:fld>
            <a:endParaRPr lang="en-PH"/>
          </a:p>
        </p:txBody>
      </p:sp>
      <p:sp>
        <p:nvSpPr>
          <p:cNvPr id="13" name="Slide Number Placeholder 12"/>
          <p:cNvSpPr>
            <a:spLocks noGrp="1"/>
          </p:cNvSpPr>
          <p:nvPr>
            <p:ph type="sldNum" sz="quarter" idx="16"/>
          </p:nvPr>
        </p:nvSpPr>
        <p:spPr>
          <a:xfrm>
            <a:off x="11362195" y="219456"/>
            <a:ext cx="448805" cy="365760"/>
          </a:xfrm>
        </p:spPr>
        <p:txBody>
          <a:bodyPr/>
          <a:lstStyle>
            <a:lvl1pPr>
              <a:defRPr>
                <a:solidFill>
                  <a:schemeClr val="tx1"/>
                </a:solidFill>
              </a:defRPr>
            </a:lvl1pPr>
          </a:lstStyle>
          <a:p>
            <a:fld id="{D07F422F-78E4-4668-989B-4B35DD3F18EE}" type="slidenum">
              <a:rPr lang="en-PH" smtClean="0"/>
            </a:fld>
            <a:endParaRPr lang="en-PH"/>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10" name="Picture 9" descr="A close up of a colorful background&#10;&#10;AI-generated content may be incorrec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81172" cy="6858000"/>
          </a:xfrm>
          <a:prstGeom prst="rect">
            <a:avLst/>
          </a:prstGeom>
        </p:spPr>
      </p:pic>
      <p:sp>
        <p:nvSpPr>
          <p:cNvPr id="2" name="Title 1"/>
          <p:cNvSpPr>
            <a:spLocks noGrp="1"/>
          </p:cNvSpPr>
          <p:nvPr>
            <p:ph type="title" hasCustomPrompt="1"/>
          </p:nvPr>
        </p:nvSpPr>
        <p:spPr>
          <a:xfrm>
            <a:off x="409980" y="4311805"/>
            <a:ext cx="8585337" cy="2368300"/>
          </a:xfrm>
        </p:spPr>
        <p:txBody>
          <a:bodyPr anchor="b">
            <a:normAutofit/>
          </a:bodyPr>
          <a:lstStyle>
            <a:lvl1pPr>
              <a:defRPr sz="6900">
                <a:solidFill>
                  <a:schemeClr val="tx1"/>
                </a:solidFill>
              </a:defRPr>
            </a:lvl1pPr>
          </a:lstStyle>
          <a:p>
            <a:r>
              <a:rPr lang="en-US" dirty="0"/>
              <a:t>Section Header</a:t>
            </a:r>
            <a:endParaRPr lang="en-US" dirty="0"/>
          </a:p>
        </p:txBody>
      </p:sp>
      <p:sp>
        <p:nvSpPr>
          <p:cNvPr id="5" name="Footer Placeholder 4"/>
          <p:cNvSpPr>
            <a:spLocks noGrp="1"/>
          </p:cNvSpPr>
          <p:nvPr>
            <p:ph type="ftr" sz="quarter" idx="11"/>
          </p:nvPr>
        </p:nvSpPr>
        <p:spPr>
          <a:xfrm>
            <a:off x="419100" y="219456"/>
            <a:ext cx="2656178" cy="338328"/>
          </a:xfrm>
        </p:spPr>
        <p:txBody>
          <a:bodyPr/>
          <a:lstStyle>
            <a:lvl1pPr>
              <a:defRPr>
                <a:solidFill>
                  <a:schemeClr val="tx1"/>
                </a:solidFill>
              </a:defRPr>
            </a:lvl1pPr>
          </a:lstStyle>
          <a:p>
            <a:endParaRPr lang="en-PH"/>
          </a:p>
        </p:txBody>
      </p:sp>
      <p:sp>
        <p:nvSpPr>
          <p:cNvPr id="4" name="Date Placeholder 3"/>
          <p:cNvSpPr>
            <a:spLocks noGrp="1"/>
          </p:cNvSpPr>
          <p:nvPr>
            <p:ph type="dt" sz="half" idx="10"/>
          </p:nvPr>
        </p:nvSpPr>
        <p:spPr>
          <a:xfrm>
            <a:off x="8801100" y="219456"/>
            <a:ext cx="1913256" cy="338328"/>
          </a:xfrm>
        </p:spPr>
        <p:txBody>
          <a:bodyPr/>
          <a:lstStyle>
            <a:lvl1pPr>
              <a:defRPr>
                <a:solidFill>
                  <a:schemeClr val="tx1"/>
                </a:solidFill>
              </a:defRPr>
            </a:lvl1pPr>
          </a:lstStyle>
          <a:p>
            <a:fld id="{8C761CE8-432F-4AA9-A01D-EA461F4E793E}" type="datetimeFigureOut">
              <a:rPr lang="en-PH" smtClean="0"/>
            </a:fld>
            <a:endParaRPr lang="en-PH"/>
          </a:p>
        </p:txBody>
      </p:sp>
      <p:sp>
        <p:nvSpPr>
          <p:cNvPr id="6" name="Slide Number Placeholder 5"/>
          <p:cNvSpPr>
            <a:spLocks noGrp="1"/>
          </p:cNvSpPr>
          <p:nvPr>
            <p:ph type="sldNum" sz="quarter" idx="12"/>
          </p:nvPr>
        </p:nvSpPr>
        <p:spPr>
          <a:xfrm>
            <a:off x="11291658" y="219456"/>
            <a:ext cx="555948" cy="338328"/>
          </a:xfrm>
        </p:spPr>
        <p:txBody>
          <a:bodyPr/>
          <a:lstStyle>
            <a:lvl1pPr>
              <a:defRPr>
                <a:solidFill>
                  <a:schemeClr val="tx1"/>
                </a:solidFill>
              </a:defRPr>
            </a:lvl1pPr>
          </a:lstStyle>
          <a:p>
            <a:fld id="{D07F422F-78E4-4668-989B-4B35DD3F18EE}" type="slidenum">
              <a:rPr lang="en-PH" smtClean="0"/>
            </a:fld>
            <a:endParaRPr lang="en-PH"/>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6" name="Picture 5" descr="A black background with a purple and orange light&#10;&#10;AI-generated content may be incorrec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2"/>
            <a:ext cx="12192000" cy="2869093"/>
          </a:xfrm>
          <a:prstGeom prst="rect">
            <a:avLst/>
          </a:prstGeom>
        </p:spPr>
      </p:pic>
      <p:sp>
        <p:nvSpPr>
          <p:cNvPr id="2" name="Title 1"/>
          <p:cNvSpPr>
            <a:spLocks noGrp="1"/>
          </p:cNvSpPr>
          <p:nvPr>
            <p:ph type="title"/>
          </p:nvPr>
        </p:nvSpPr>
        <p:spPr>
          <a:xfrm>
            <a:off x="368368" y="2138776"/>
            <a:ext cx="6433266" cy="1962149"/>
          </a:xfrm>
        </p:spPr>
        <p:txBody>
          <a:bodyPr anchor="t">
            <a:normAutofit/>
          </a:bodyPr>
          <a:lstStyle>
            <a:lvl1pPr>
              <a:defRPr sz="8800" baseline="0">
                <a:solidFill>
                  <a:schemeClr val="tx1"/>
                </a:solidFill>
              </a:defRPr>
            </a:lvl1pPr>
          </a:lstStyle>
          <a:p>
            <a:r>
              <a:rPr lang="en-US"/>
              <a:t>Click to edit Master title style</a:t>
            </a:r>
            <a:endParaRPr lang="en-US" dirty="0"/>
          </a:p>
        </p:txBody>
      </p:sp>
      <p:sp>
        <p:nvSpPr>
          <p:cNvPr id="4" name="Footer Placeholder 3"/>
          <p:cNvSpPr>
            <a:spLocks noGrp="1"/>
          </p:cNvSpPr>
          <p:nvPr>
            <p:ph type="ftr" sz="quarter" idx="11"/>
          </p:nvPr>
        </p:nvSpPr>
        <p:spPr/>
        <p:txBody>
          <a:bodyPr/>
          <a:lstStyle>
            <a:lvl1pPr>
              <a:defRPr>
                <a:solidFill>
                  <a:schemeClr val="tx1"/>
                </a:solidFill>
              </a:defRPr>
            </a:lvl1pPr>
          </a:lstStyle>
          <a:p>
            <a:endParaRPr lang="en-PH"/>
          </a:p>
        </p:txBody>
      </p:sp>
      <p:sp>
        <p:nvSpPr>
          <p:cNvPr id="3" name="Date Placeholder 2"/>
          <p:cNvSpPr>
            <a:spLocks noGrp="1"/>
          </p:cNvSpPr>
          <p:nvPr>
            <p:ph type="dt" sz="half" idx="10"/>
          </p:nvPr>
        </p:nvSpPr>
        <p:spPr>
          <a:xfrm>
            <a:off x="7353300" y="214858"/>
            <a:ext cx="1485900" cy="338328"/>
          </a:xfrm>
        </p:spPr>
        <p:txBody>
          <a:bodyPr/>
          <a:lstStyle>
            <a:lvl1pPr>
              <a:defRPr>
                <a:solidFill>
                  <a:schemeClr val="tx1"/>
                </a:solidFill>
              </a:defRPr>
            </a:lvl1pPr>
          </a:lstStyle>
          <a:p>
            <a:fld id="{8C761CE8-432F-4AA9-A01D-EA461F4E793E}" type="datetimeFigureOut">
              <a:rPr lang="en-PH" smtClean="0"/>
            </a:fld>
            <a:endParaRPr lang="en-PH"/>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D07F422F-78E4-4668-989B-4B35DD3F18EE}" type="slidenum">
              <a:rPr lang="en-PH" smtClean="0"/>
            </a:fld>
            <a:endParaRPr lang="en-PH"/>
          </a:p>
        </p:txBody>
      </p:sp>
      <p:sp>
        <p:nvSpPr>
          <p:cNvPr id="7" name="Content Placeholder 6"/>
          <p:cNvSpPr>
            <a:spLocks noGrp="1"/>
          </p:cNvSpPr>
          <p:nvPr>
            <p:ph sz="quarter" idx="13"/>
          </p:nvPr>
        </p:nvSpPr>
        <p:spPr>
          <a:xfrm>
            <a:off x="7353301" y="2138776"/>
            <a:ext cx="3718420" cy="4109624"/>
          </a:xfrm>
        </p:spPr>
        <p:txBody>
          <a:bodyPr vert="horz" lIns="91440" tIns="45720" rIns="91440" bIns="45720" rtlCol="0" anchor="t">
            <a:normAutofit/>
          </a:bodyPr>
          <a:lstStyle>
            <a:lvl1pPr marL="457200" indent="-457200">
              <a:buFont typeface="+mj-lt"/>
              <a:buAutoNum type="arabicPeriod"/>
              <a:defRPr lang="en-US" sz="1400" dirty="0">
                <a:solidFill>
                  <a:schemeClr val="tx1"/>
                </a:solidFill>
              </a:defRPr>
            </a:lvl1pPr>
            <a:lvl2pPr marL="571500" indent="-342900">
              <a:buFont typeface="+mj-lt"/>
              <a:buAutoNum type="arabicPeriod"/>
              <a:defRPr lang="en-US" sz="1400" dirty="0">
                <a:solidFill>
                  <a:schemeClr val="tx1"/>
                </a:solidFill>
              </a:defRPr>
            </a:lvl2pPr>
            <a:lvl3pPr marL="800100" indent="-342900">
              <a:buFont typeface="+mj-lt"/>
              <a:buAutoNum type="arabicPeriod"/>
              <a:defRPr lang="en-US" sz="1400" dirty="0">
                <a:solidFill>
                  <a:schemeClr val="tx1"/>
                </a:solidFill>
              </a:defRPr>
            </a:lvl3pPr>
            <a:lvl4pPr>
              <a:buFont typeface="+mj-lt"/>
              <a:buAutoNum type="arabicPeriod"/>
              <a:defRPr lang="en-US" sz="1400" dirty="0">
                <a:solidFill>
                  <a:schemeClr val="tx1"/>
                </a:solidFill>
              </a:defRPr>
            </a:lvl4pPr>
            <a:lvl5pPr>
              <a:buFont typeface="+mj-lt"/>
              <a:buAutoNum type="arabicPeriod"/>
              <a:defRPr lang="en-US" sz="1400" dirty="0">
                <a:solidFill>
                  <a:schemeClr val="tx1"/>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bg>
      <p:bgPr>
        <a:solidFill>
          <a:srgbClr val="09090C"/>
        </a:solidFill>
        <a:effectLst/>
      </p:bgPr>
    </p:bg>
    <p:spTree>
      <p:nvGrpSpPr>
        <p:cNvPr id="1" name=""/>
        <p:cNvGrpSpPr/>
        <p:nvPr/>
      </p:nvGrpSpPr>
      <p:grpSpPr>
        <a:xfrm>
          <a:off x="0" y="0"/>
          <a:ext cx="0" cy="0"/>
          <a:chOff x="0" y="0"/>
          <a:chExt cx="0" cy="0"/>
        </a:xfrm>
      </p:grpSpPr>
      <p:pic>
        <p:nvPicPr>
          <p:cNvPr id="6" name="Picture 5" descr="A black background with a red and yellow light&#10;&#10;AI-generated content may be incorrect."/>
          <p:cNvPicPr>
            <a:picLocks noChangeAspect="1"/>
          </p:cNvPicPr>
          <p:nvPr/>
        </p:nvPicPr>
        <p:blipFill>
          <a:blip r:embed="rId2">
            <a:extLst>
              <a:ext uri="{28A0092B-C50C-407E-A947-70E740481C1C}">
                <a14:useLocalDpi xmlns:a14="http://schemas.microsoft.com/office/drawing/2010/main" val="0"/>
              </a:ext>
            </a:extLst>
          </a:blip>
          <a:srcRect b="36109"/>
          <a:stretch>
            <a:fillRect/>
          </a:stretch>
        </p:blipFill>
        <p:spPr>
          <a:xfrm rot="10800000" flipH="1">
            <a:off x="-9982" y="2555751"/>
            <a:ext cx="12192000" cy="4343908"/>
          </a:xfrm>
          <a:prstGeom prst="rect">
            <a:avLst/>
          </a:prstGeom>
        </p:spPr>
      </p:pic>
      <p:sp>
        <p:nvSpPr>
          <p:cNvPr id="2" name="Title 1"/>
          <p:cNvSpPr>
            <a:spLocks noGrp="1"/>
          </p:cNvSpPr>
          <p:nvPr>
            <p:ph type="title"/>
          </p:nvPr>
        </p:nvSpPr>
        <p:spPr>
          <a:xfrm>
            <a:off x="390852" y="3481713"/>
            <a:ext cx="5496426" cy="2092272"/>
          </a:xfrm>
        </p:spPr>
        <p:txBody>
          <a:bodyPr anchor="t">
            <a:normAutofit/>
          </a:bodyPr>
          <a:lstStyle>
            <a:lvl1pPr>
              <a:defRPr sz="7600">
                <a:solidFill>
                  <a:schemeClr val="tx1"/>
                </a:solidFill>
              </a:defRPr>
            </a:lvl1pPr>
          </a:lstStyle>
          <a:p>
            <a:r>
              <a:rPr lang="en-US"/>
              <a:t>Click to edit Master title style</a:t>
            </a:r>
            <a:endParaRPr lang="en-US" dirty="0"/>
          </a:p>
        </p:txBody>
      </p:sp>
      <p:sp>
        <p:nvSpPr>
          <p:cNvPr id="8" name="Picture Placeholder 7"/>
          <p:cNvSpPr>
            <a:spLocks noGrp="1"/>
          </p:cNvSpPr>
          <p:nvPr>
            <p:ph type="pic" sz="quarter" idx="14" hasCustomPrompt="1"/>
          </p:nvPr>
        </p:nvSpPr>
        <p:spPr>
          <a:xfrm>
            <a:off x="0" y="0"/>
            <a:ext cx="12192000" cy="2555751"/>
          </a:xfrm>
          <a:blipFill>
            <a:blip r:embed="rId3">
              <a:alphaModFix amt="65000"/>
            </a:blip>
            <a:stretch>
              <a:fillRect/>
            </a:stretch>
          </a:blipFill>
        </p:spPr>
        <p:txBody>
          <a:bodyPr/>
          <a:lstStyle>
            <a:lvl1pPr>
              <a:defRPr>
                <a:solidFill>
                  <a:schemeClr val="tx1"/>
                </a:solidFill>
              </a:defRPr>
            </a:lvl1pPr>
          </a:lstStyle>
          <a:p>
            <a:r>
              <a:rPr lang="en-US" dirty="0"/>
              <a:t>   </a:t>
            </a:r>
            <a:endParaRPr lang="en-US" dirty="0"/>
          </a:p>
        </p:txBody>
      </p:sp>
      <p:sp>
        <p:nvSpPr>
          <p:cNvPr id="4" name="Footer Placeholder 3"/>
          <p:cNvSpPr>
            <a:spLocks noGrp="1"/>
          </p:cNvSpPr>
          <p:nvPr>
            <p:ph type="ftr" sz="quarter" idx="11"/>
          </p:nvPr>
        </p:nvSpPr>
        <p:spPr>
          <a:xfrm>
            <a:off x="433660" y="2734068"/>
            <a:ext cx="2727331" cy="338328"/>
          </a:xfrm>
        </p:spPr>
        <p:txBody>
          <a:bodyPr/>
          <a:lstStyle>
            <a:lvl1pPr>
              <a:defRPr>
                <a:solidFill>
                  <a:schemeClr val="tx1"/>
                </a:solidFill>
              </a:defRPr>
            </a:lvl1pPr>
          </a:lstStyle>
          <a:p>
            <a:endParaRPr lang="en-PH"/>
          </a:p>
        </p:txBody>
      </p:sp>
      <p:sp>
        <p:nvSpPr>
          <p:cNvPr id="3" name="Date Placeholder 2"/>
          <p:cNvSpPr>
            <a:spLocks noGrp="1"/>
          </p:cNvSpPr>
          <p:nvPr>
            <p:ph type="dt" sz="half" idx="10"/>
          </p:nvPr>
        </p:nvSpPr>
        <p:spPr>
          <a:xfrm>
            <a:off x="7785567" y="2734068"/>
            <a:ext cx="1586711" cy="338328"/>
          </a:xfrm>
        </p:spPr>
        <p:txBody>
          <a:bodyPr/>
          <a:lstStyle>
            <a:lvl1pPr>
              <a:defRPr>
                <a:solidFill>
                  <a:schemeClr val="tx1"/>
                </a:solidFill>
              </a:defRPr>
            </a:lvl1pPr>
          </a:lstStyle>
          <a:p>
            <a:fld id="{8C761CE8-432F-4AA9-A01D-EA461F4E793E}" type="datetimeFigureOut">
              <a:rPr lang="en-PH" smtClean="0"/>
            </a:fld>
            <a:endParaRPr lang="en-PH"/>
          </a:p>
        </p:txBody>
      </p:sp>
      <p:sp>
        <p:nvSpPr>
          <p:cNvPr id="5" name="Slide Number Placeholder 4"/>
          <p:cNvSpPr>
            <a:spLocks noGrp="1"/>
          </p:cNvSpPr>
          <p:nvPr>
            <p:ph type="sldNum" sz="quarter" idx="12"/>
          </p:nvPr>
        </p:nvSpPr>
        <p:spPr>
          <a:xfrm>
            <a:off x="11316614" y="2734068"/>
            <a:ext cx="526695" cy="338328"/>
          </a:xfrm>
        </p:spPr>
        <p:txBody>
          <a:bodyPr/>
          <a:lstStyle>
            <a:lvl1pPr>
              <a:defRPr>
                <a:solidFill>
                  <a:schemeClr val="tx1"/>
                </a:solidFill>
              </a:defRPr>
            </a:lvl1pPr>
          </a:lstStyle>
          <a:p>
            <a:fld id="{D07F422F-78E4-4668-989B-4B35DD3F18EE}" type="slidenum">
              <a:rPr lang="en-PH" smtClean="0"/>
            </a:fld>
            <a:endParaRPr lang="en-PH"/>
          </a:p>
        </p:txBody>
      </p:sp>
      <p:sp>
        <p:nvSpPr>
          <p:cNvPr id="7" name="Content Placeholder 6"/>
          <p:cNvSpPr>
            <a:spLocks noGrp="1"/>
          </p:cNvSpPr>
          <p:nvPr>
            <p:ph sz="quarter" idx="13"/>
          </p:nvPr>
        </p:nvSpPr>
        <p:spPr>
          <a:xfrm>
            <a:off x="7785567" y="3481713"/>
            <a:ext cx="3916103" cy="2765887"/>
          </a:xfrm>
        </p:spPr>
        <p:txBody>
          <a:bodyPr vert="horz" lIns="91440" tIns="45720" rIns="91440" bIns="45720" rtlCol="0">
            <a:normAutofit/>
          </a:bodyPr>
          <a:lstStyle>
            <a:lvl1pPr marL="342900" indent="-342900">
              <a:lnSpc>
                <a:spcPct val="130000"/>
              </a:lnSpc>
              <a:buFont typeface="+mj-lt"/>
              <a:buAutoNum type="arabicPeriod"/>
              <a:defRPr lang="en-US" sz="1400" dirty="0">
                <a:solidFill>
                  <a:schemeClr val="tx1"/>
                </a:solidFill>
              </a:defRPr>
            </a:lvl1pPr>
            <a:lvl2pPr marL="571500" indent="-342900">
              <a:lnSpc>
                <a:spcPct val="130000"/>
              </a:lnSpc>
              <a:buFont typeface="+mj-lt"/>
              <a:buAutoNum type="arabicPeriod"/>
              <a:defRPr lang="en-US" sz="1400" dirty="0">
                <a:solidFill>
                  <a:schemeClr val="tx1"/>
                </a:solidFill>
              </a:defRPr>
            </a:lvl2pPr>
            <a:lvl3pPr marL="800100" indent="-342900">
              <a:lnSpc>
                <a:spcPct val="130000"/>
              </a:lnSpc>
              <a:buFont typeface="+mj-lt"/>
              <a:buAutoNum type="arabicPeriod"/>
              <a:defRPr lang="en-US" sz="1400" dirty="0">
                <a:solidFill>
                  <a:schemeClr val="tx1"/>
                </a:solidFill>
              </a:defRPr>
            </a:lvl3pPr>
            <a:lvl4pPr>
              <a:lnSpc>
                <a:spcPct val="130000"/>
              </a:lnSpc>
              <a:buFont typeface="+mj-lt"/>
              <a:buAutoNum type="arabicPeriod"/>
              <a:defRPr lang="en-US" sz="1400" dirty="0">
                <a:solidFill>
                  <a:schemeClr val="tx1"/>
                </a:solidFill>
              </a:defRPr>
            </a:lvl4pPr>
            <a:lvl5pPr>
              <a:lnSpc>
                <a:spcPct val="130000"/>
              </a:lnSpc>
              <a:buFont typeface="+mj-lt"/>
              <a:buAutoNum type="arabicPeriod"/>
              <a:defRPr lang="en-US" sz="1400" dirty="0">
                <a:solidFill>
                  <a:schemeClr val="tx1"/>
                </a:solidFill>
              </a:defRPr>
            </a:lvl5pPr>
          </a:lstStyle>
          <a:p>
            <a:pPr marL="228600" lvl="0" indent="-228600"/>
            <a:r>
              <a:rPr lang="en-US"/>
              <a:t>Click to edit Master text styles</a:t>
            </a:r>
            <a:endParaRPr lang="en-US"/>
          </a:p>
          <a:p>
            <a:pPr marL="228600" lvl="1" indent="-228600"/>
            <a:r>
              <a:rPr lang="en-US"/>
              <a:t>Second level</a:t>
            </a:r>
            <a:endParaRPr lang="en-US"/>
          </a:p>
          <a:p>
            <a:pPr marL="228600" lvl="2" indent="-228600"/>
            <a:r>
              <a:rPr lang="en-US"/>
              <a:t>Third level</a:t>
            </a:r>
            <a:endParaRPr lang="en-US"/>
          </a:p>
          <a:p>
            <a:pPr marL="228600" lvl="3" indent="-228600"/>
            <a:r>
              <a:rPr lang="en-US"/>
              <a:t>Fourth level</a:t>
            </a:r>
            <a:endParaRPr lang="en-US"/>
          </a:p>
          <a:p>
            <a:pPr marL="228600" lvl="4" indent="-228600"/>
            <a:r>
              <a:rPr lang="en-US"/>
              <a:t>Fifth level</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pic>
        <p:nvPicPr>
          <p:cNvPr id="23" name="Picture 22" descr="A purple and black background&#10;&#10;AI-generated content may be incorrect."/>
          <p:cNvPicPr>
            <a:picLocks noChangeAspect="1"/>
          </p:cNvPicPr>
          <p:nvPr/>
        </p:nvPicPr>
        <p:blipFill>
          <a:blip r:embed="rId2">
            <a:extLst>
              <a:ext uri="{28A0092B-C50C-407E-A947-70E740481C1C}">
                <a14:useLocalDpi xmlns:a14="http://schemas.microsoft.com/office/drawing/2010/main" val="0"/>
              </a:ext>
            </a:extLst>
          </a:blip>
          <a:srcRect l="11509"/>
          <a:stretch>
            <a:fillRect/>
          </a:stretch>
        </p:blipFill>
        <p:spPr>
          <a:xfrm>
            <a:off x="6324601" y="1"/>
            <a:ext cx="5881254" cy="6858000"/>
          </a:xfrm>
          <a:prstGeom prst="rect">
            <a:avLst/>
          </a:prstGeom>
        </p:spPr>
      </p:pic>
      <p:sp>
        <p:nvSpPr>
          <p:cNvPr id="2" name="Title 1"/>
          <p:cNvSpPr>
            <a:spLocks noGrp="1"/>
          </p:cNvSpPr>
          <p:nvPr>
            <p:ph type="title"/>
          </p:nvPr>
        </p:nvSpPr>
        <p:spPr>
          <a:xfrm>
            <a:off x="418851" y="1276990"/>
            <a:ext cx="5378267" cy="985658"/>
          </a:xfrm>
        </p:spPr>
        <p:txBody>
          <a:bodyPr anchor="b"/>
          <a:lstStyle>
            <a:lvl1pPr>
              <a:defRPr>
                <a:solidFill>
                  <a:schemeClr val="tx1"/>
                </a:solidFill>
              </a:defRPr>
            </a:lvl1pPr>
          </a:lstStyle>
          <a:p>
            <a:r>
              <a:rPr lang="en-US"/>
              <a:t>Click to edit Master title style</a:t>
            </a:r>
            <a:endParaRPr lang="en-US" dirty="0"/>
          </a:p>
        </p:txBody>
      </p:sp>
      <p:sp>
        <p:nvSpPr>
          <p:cNvPr id="5" name="Footer Placeholder 4"/>
          <p:cNvSpPr>
            <a:spLocks noGrp="1"/>
          </p:cNvSpPr>
          <p:nvPr>
            <p:ph type="ftr" sz="quarter" idx="11"/>
          </p:nvPr>
        </p:nvSpPr>
        <p:spPr>
          <a:xfrm>
            <a:off x="432393" y="214858"/>
            <a:ext cx="2726376" cy="338328"/>
          </a:xfrm>
        </p:spPr>
        <p:txBody>
          <a:bodyPr/>
          <a:lstStyle>
            <a:lvl1pPr>
              <a:defRPr>
                <a:solidFill>
                  <a:schemeClr val="tx1"/>
                </a:solidFill>
              </a:defRPr>
            </a:lvl1pPr>
          </a:lstStyle>
          <a:p>
            <a:endParaRPr lang="en-PH"/>
          </a:p>
        </p:txBody>
      </p:sp>
      <p:sp>
        <p:nvSpPr>
          <p:cNvPr id="4" name="Date Placeholder 3"/>
          <p:cNvSpPr>
            <a:spLocks noGrp="1"/>
          </p:cNvSpPr>
          <p:nvPr>
            <p:ph type="dt" sz="half" idx="10"/>
          </p:nvPr>
        </p:nvSpPr>
        <p:spPr>
          <a:xfrm>
            <a:off x="8801100" y="214858"/>
            <a:ext cx="1941840" cy="338328"/>
          </a:xfrm>
        </p:spPr>
        <p:txBody>
          <a:bodyPr/>
          <a:lstStyle>
            <a:lvl1pPr>
              <a:defRPr>
                <a:solidFill>
                  <a:schemeClr val="tx1"/>
                </a:solidFill>
              </a:defRPr>
            </a:lvl1pPr>
          </a:lstStyle>
          <a:p>
            <a:fld id="{8C761CE8-432F-4AA9-A01D-EA461F4E793E}" type="datetimeFigureOut">
              <a:rPr lang="en-PH" smtClean="0"/>
            </a:fld>
            <a:endParaRPr lang="en-PH"/>
          </a:p>
        </p:txBody>
      </p:sp>
      <p:sp>
        <p:nvSpPr>
          <p:cNvPr id="6" name="Slide Number Placeholder 5"/>
          <p:cNvSpPr>
            <a:spLocks noGrp="1"/>
          </p:cNvSpPr>
          <p:nvPr>
            <p:ph type="sldNum" sz="quarter" idx="12"/>
          </p:nvPr>
        </p:nvSpPr>
        <p:spPr>
          <a:xfrm>
            <a:off x="11290295" y="214858"/>
            <a:ext cx="555948" cy="338328"/>
          </a:xfrm>
        </p:spPr>
        <p:txBody>
          <a:bodyPr/>
          <a:lstStyle>
            <a:lvl1pPr>
              <a:defRPr>
                <a:solidFill>
                  <a:schemeClr val="tx1"/>
                </a:solidFill>
              </a:defRPr>
            </a:lvl1pPr>
          </a:lstStyle>
          <a:p>
            <a:fld id="{D07F422F-78E4-4668-989B-4B35DD3F18EE}" type="slidenum">
              <a:rPr lang="en-PH" smtClean="0"/>
            </a:fld>
            <a:endParaRPr lang="en-PH"/>
          </a:p>
        </p:txBody>
      </p:sp>
      <p:sp>
        <p:nvSpPr>
          <p:cNvPr id="3" name="Content Placeholder 2"/>
          <p:cNvSpPr>
            <a:spLocks noGrp="1"/>
          </p:cNvSpPr>
          <p:nvPr>
            <p:ph idx="1"/>
          </p:nvPr>
        </p:nvSpPr>
        <p:spPr>
          <a:xfrm>
            <a:off x="427477" y="2471736"/>
            <a:ext cx="5378268" cy="366273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bg>
      <p:bgPr>
        <a:solidFill>
          <a:srgbClr val="09090C"/>
        </a:solidFill>
        <a:effectLst/>
      </p:bgPr>
    </p:bg>
    <p:spTree>
      <p:nvGrpSpPr>
        <p:cNvPr id="1" name=""/>
        <p:cNvGrpSpPr/>
        <p:nvPr/>
      </p:nvGrpSpPr>
      <p:grpSpPr>
        <a:xfrm>
          <a:off x="0" y="0"/>
          <a:ext cx="0" cy="0"/>
          <a:chOff x="0" y="0"/>
          <a:chExt cx="0" cy="0"/>
        </a:xfrm>
      </p:grpSpPr>
      <p:pic>
        <p:nvPicPr>
          <p:cNvPr id="9" name="Picture 8" descr="A black background with a purple and orange light&#10;&#10;AI-generated content may be incorrec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4406900"/>
            <a:ext cx="9144000" cy="2451100"/>
          </a:xfrm>
          <a:prstGeom prst="rect">
            <a:avLst/>
          </a:prstGeom>
        </p:spPr>
      </p:pic>
      <p:sp>
        <p:nvSpPr>
          <p:cNvPr id="2" name="Title 1"/>
          <p:cNvSpPr>
            <a:spLocks noGrp="1"/>
          </p:cNvSpPr>
          <p:nvPr>
            <p:ph type="title"/>
          </p:nvPr>
        </p:nvSpPr>
        <p:spPr>
          <a:xfrm>
            <a:off x="1866899" y="1886712"/>
            <a:ext cx="3507989" cy="3233928"/>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5" name="Footer Placeholder 4"/>
          <p:cNvSpPr>
            <a:spLocks noGrp="1"/>
          </p:cNvSpPr>
          <p:nvPr>
            <p:ph type="ftr" sz="quarter" idx="11"/>
          </p:nvPr>
        </p:nvSpPr>
        <p:spPr>
          <a:xfrm>
            <a:off x="419100" y="208394"/>
            <a:ext cx="2532118" cy="338328"/>
          </a:xfrm>
        </p:spPr>
        <p:txBody>
          <a:bodyPr/>
          <a:lstStyle>
            <a:lvl1pPr>
              <a:defRPr>
                <a:solidFill>
                  <a:schemeClr val="tx1"/>
                </a:solidFill>
              </a:defRPr>
            </a:lvl1pPr>
          </a:lstStyle>
          <a:p>
            <a:endParaRPr lang="en-PH"/>
          </a:p>
        </p:txBody>
      </p:sp>
      <p:sp>
        <p:nvSpPr>
          <p:cNvPr id="4" name="Date Placeholder 3"/>
          <p:cNvSpPr>
            <a:spLocks noGrp="1"/>
          </p:cNvSpPr>
          <p:nvPr>
            <p:ph type="dt" sz="half" idx="10"/>
          </p:nvPr>
        </p:nvSpPr>
        <p:spPr>
          <a:xfrm>
            <a:off x="5867400" y="208394"/>
            <a:ext cx="2017548" cy="338328"/>
          </a:xfrm>
        </p:spPr>
        <p:txBody>
          <a:bodyPr/>
          <a:lstStyle>
            <a:lvl1pPr>
              <a:defRPr>
                <a:solidFill>
                  <a:schemeClr val="tx1"/>
                </a:solidFill>
              </a:defRPr>
            </a:lvl1pPr>
          </a:lstStyle>
          <a:p>
            <a:fld id="{8C761CE8-432F-4AA9-A01D-EA461F4E793E}" type="datetimeFigureOut">
              <a:rPr lang="en-PH" smtClean="0"/>
            </a:fld>
            <a:endParaRPr lang="en-PH"/>
          </a:p>
        </p:txBody>
      </p:sp>
      <p:sp>
        <p:nvSpPr>
          <p:cNvPr id="6" name="Slide Number Placeholder 5"/>
          <p:cNvSpPr>
            <a:spLocks noGrp="1"/>
          </p:cNvSpPr>
          <p:nvPr>
            <p:ph type="sldNum" sz="quarter" idx="12"/>
          </p:nvPr>
        </p:nvSpPr>
        <p:spPr>
          <a:xfrm>
            <a:off x="11296588" y="208394"/>
            <a:ext cx="553156" cy="338328"/>
          </a:xfrm>
        </p:spPr>
        <p:txBody>
          <a:bodyPr/>
          <a:lstStyle>
            <a:lvl1pPr>
              <a:defRPr>
                <a:solidFill>
                  <a:schemeClr val="tx1"/>
                </a:solidFill>
              </a:defRPr>
            </a:lvl1pPr>
          </a:lstStyle>
          <a:p>
            <a:fld id="{D07F422F-78E4-4668-989B-4B35DD3F18EE}" type="slidenum">
              <a:rPr lang="en-PH" smtClean="0"/>
            </a:fld>
            <a:endParaRPr lang="en-PH"/>
          </a:p>
        </p:txBody>
      </p:sp>
      <p:sp>
        <p:nvSpPr>
          <p:cNvPr id="8" name="Content Placeholder 7"/>
          <p:cNvSpPr>
            <a:spLocks noGrp="1"/>
          </p:cNvSpPr>
          <p:nvPr>
            <p:ph sz="quarter" idx="13"/>
          </p:nvPr>
        </p:nvSpPr>
        <p:spPr>
          <a:xfrm>
            <a:off x="5867401" y="1886712"/>
            <a:ext cx="4495800" cy="3233928"/>
          </a:xfr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p:cNvSpPr>
            <a:spLocks noGrp="1"/>
          </p:cNvSpPr>
          <p:nvPr>
            <p:ph type="title"/>
          </p:nvPr>
        </p:nvSpPr>
        <p:spPr>
          <a:xfrm>
            <a:off x="428436" y="1115568"/>
            <a:ext cx="2505264" cy="1624122"/>
          </a:xfrm>
        </p:spPr>
        <p:txBody>
          <a:bodyPr anchor="t"/>
          <a:lstStyle/>
          <a:p>
            <a:r>
              <a:rPr lang="en-US"/>
              <a:t>Click to edit Master title style</a:t>
            </a:r>
            <a:endParaRPr lang="en-US" dirty="0"/>
          </a:p>
        </p:txBody>
      </p:sp>
      <p:sp>
        <p:nvSpPr>
          <p:cNvPr id="6" name="Footer Placeholder 5"/>
          <p:cNvSpPr>
            <a:spLocks noGrp="1"/>
          </p:cNvSpPr>
          <p:nvPr>
            <p:ph type="ftr" sz="quarter" idx="11"/>
          </p:nvPr>
        </p:nvSpPr>
        <p:spPr>
          <a:xfrm>
            <a:off x="429768" y="219456"/>
            <a:ext cx="2684048" cy="338328"/>
          </a:xfrm>
        </p:spPr>
        <p:txBody>
          <a:bodyPr/>
          <a:lstStyle/>
          <a:p>
            <a:endParaRPr lang="en-PH"/>
          </a:p>
        </p:txBody>
      </p:sp>
      <p:sp>
        <p:nvSpPr>
          <p:cNvPr id="5" name="Date Placeholder 4"/>
          <p:cNvSpPr>
            <a:spLocks noGrp="1"/>
          </p:cNvSpPr>
          <p:nvPr>
            <p:ph type="dt" sz="half" idx="10"/>
          </p:nvPr>
        </p:nvSpPr>
        <p:spPr>
          <a:xfrm>
            <a:off x="3374064" y="215823"/>
            <a:ext cx="1485900" cy="338328"/>
          </a:xfrm>
        </p:spPr>
        <p:txBody>
          <a:bodyPr/>
          <a:lstStyle>
            <a:lvl1pPr>
              <a:defRPr>
                <a:solidFill>
                  <a:schemeClr val="tx1"/>
                </a:solidFill>
                <a:effectLst/>
              </a:defRPr>
            </a:lvl1pPr>
          </a:lstStyle>
          <a:p>
            <a:fld id="{8C761CE8-432F-4AA9-A01D-EA461F4E793E}" type="datetimeFigureOut">
              <a:rPr lang="en-PH" smtClean="0"/>
            </a:fld>
            <a:endParaRPr lang="en-PH"/>
          </a:p>
        </p:txBody>
      </p:sp>
      <p:sp>
        <p:nvSpPr>
          <p:cNvPr id="7" name="Slide Number Placeholder 6"/>
          <p:cNvSpPr>
            <a:spLocks noGrp="1"/>
          </p:cNvSpPr>
          <p:nvPr>
            <p:ph type="sldNum" sz="quarter" idx="12"/>
          </p:nvPr>
        </p:nvSpPr>
        <p:spPr>
          <a:xfrm>
            <a:off x="11298242" y="215823"/>
            <a:ext cx="549272" cy="338328"/>
          </a:xfrm>
        </p:spPr>
        <p:txBody>
          <a:bodyPr/>
          <a:lstStyle/>
          <a:p>
            <a:fld id="{D07F422F-78E4-4668-989B-4B35DD3F18EE}" type="slidenum">
              <a:rPr lang="en-PH" smtClean="0"/>
            </a:fld>
            <a:endParaRPr lang="en-PH"/>
          </a:p>
        </p:txBody>
      </p:sp>
      <p:sp>
        <p:nvSpPr>
          <p:cNvPr id="8" name="Content Placeholder 7"/>
          <p:cNvSpPr>
            <a:spLocks noGrp="1"/>
          </p:cNvSpPr>
          <p:nvPr>
            <p:ph sz="quarter" idx="14"/>
          </p:nvPr>
        </p:nvSpPr>
        <p:spPr>
          <a:xfrm>
            <a:off x="428436" y="3028523"/>
            <a:ext cx="2505264" cy="3410378"/>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9" name="Picture Placeholder 8"/>
          <p:cNvSpPr>
            <a:spLocks noGrp="1"/>
          </p:cNvSpPr>
          <p:nvPr>
            <p:ph type="pic" sz="quarter" idx="15" hasCustomPrompt="1"/>
          </p:nvPr>
        </p:nvSpPr>
        <p:spPr>
          <a:xfrm>
            <a:off x="3374064" y="1181100"/>
            <a:ext cx="8817936" cy="5676900"/>
          </a:xfrm>
          <a:blipFill>
            <a:blip r:embed="rId2">
              <a:alphaModFix amt="65000"/>
            </a:blip>
            <a:stretch>
              <a:fillRect/>
            </a:stretch>
          </a:blipFill>
        </p:spPr>
        <p:txBody>
          <a:bodyPr/>
          <a:lstStyle>
            <a:lvl1pPr>
              <a:defRPr/>
            </a:lvl1pPr>
          </a:lstStyle>
          <a:p>
            <a:r>
              <a:rPr lang="en-US" dirty="0"/>
              <a:t>   </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p:cNvSpPr>
            <a:spLocks noGrp="1"/>
          </p:cNvSpPr>
          <p:nvPr>
            <p:ph type="title"/>
          </p:nvPr>
        </p:nvSpPr>
        <p:spPr>
          <a:xfrm>
            <a:off x="419100" y="1115568"/>
            <a:ext cx="4000500" cy="1352516"/>
          </a:xfrm>
        </p:spPr>
        <p:txBody>
          <a:bodyPr anchor="t">
            <a:normAutofit/>
          </a:bodyPr>
          <a:lstStyle>
            <a:lvl1pPr>
              <a:defRPr sz="3000"/>
            </a:lvl1pPr>
          </a:lstStyle>
          <a:p>
            <a:r>
              <a:rPr lang="en-US"/>
              <a:t>Click to edit Master title style</a:t>
            </a:r>
            <a:endParaRPr lang="en-US" dirty="0"/>
          </a:p>
        </p:txBody>
      </p:sp>
      <p:sp>
        <p:nvSpPr>
          <p:cNvPr id="6" name="Footer Placeholder 5"/>
          <p:cNvSpPr>
            <a:spLocks noGrp="1"/>
          </p:cNvSpPr>
          <p:nvPr>
            <p:ph type="ftr" sz="quarter" idx="11"/>
          </p:nvPr>
        </p:nvSpPr>
        <p:spPr>
          <a:xfrm>
            <a:off x="419100" y="219456"/>
            <a:ext cx="2727930" cy="338328"/>
          </a:xfrm>
        </p:spPr>
        <p:txBody>
          <a:bodyPr/>
          <a:lstStyle/>
          <a:p>
            <a:endParaRPr lang="en-PH"/>
          </a:p>
        </p:txBody>
      </p:sp>
      <p:sp>
        <p:nvSpPr>
          <p:cNvPr id="5" name="Date Placeholder 4"/>
          <p:cNvSpPr>
            <a:spLocks noGrp="1"/>
          </p:cNvSpPr>
          <p:nvPr>
            <p:ph type="dt" sz="half" idx="10"/>
          </p:nvPr>
        </p:nvSpPr>
        <p:spPr>
          <a:xfrm>
            <a:off x="4847899" y="219456"/>
            <a:ext cx="1747774" cy="338328"/>
          </a:xfrm>
        </p:spPr>
        <p:txBody>
          <a:bodyPr/>
          <a:lstStyle/>
          <a:p>
            <a:fld id="{8C761CE8-432F-4AA9-A01D-EA461F4E793E}" type="datetimeFigureOut">
              <a:rPr lang="en-PH" smtClean="0"/>
            </a:fld>
            <a:endParaRPr lang="en-PH"/>
          </a:p>
        </p:txBody>
      </p:sp>
      <p:sp>
        <p:nvSpPr>
          <p:cNvPr id="7" name="Slide Number Placeholder 6"/>
          <p:cNvSpPr>
            <a:spLocks noGrp="1"/>
          </p:cNvSpPr>
          <p:nvPr>
            <p:ph type="sldNum" sz="quarter" idx="12"/>
          </p:nvPr>
        </p:nvSpPr>
        <p:spPr>
          <a:xfrm>
            <a:off x="11293948" y="216280"/>
            <a:ext cx="551113" cy="338328"/>
          </a:xfrm>
        </p:spPr>
        <p:txBody>
          <a:bodyPr/>
          <a:lstStyle/>
          <a:p>
            <a:fld id="{D07F422F-78E4-4668-989B-4B35DD3F18EE}" type="slidenum">
              <a:rPr lang="en-PH" smtClean="0"/>
            </a:fld>
            <a:endParaRPr lang="en-PH"/>
          </a:p>
        </p:txBody>
      </p:sp>
      <p:sp>
        <p:nvSpPr>
          <p:cNvPr id="8" name="Content Placeholder 7"/>
          <p:cNvSpPr>
            <a:spLocks noGrp="1"/>
          </p:cNvSpPr>
          <p:nvPr>
            <p:ph sz="quarter" idx="14"/>
          </p:nvPr>
        </p:nvSpPr>
        <p:spPr>
          <a:xfrm>
            <a:off x="4847899" y="1104900"/>
            <a:ext cx="6925002" cy="1352516"/>
          </a:xfrm>
        </p:spPr>
        <p:txBody>
          <a:bodyPr>
            <a:normAutofit/>
          </a:bodyPr>
          <a:lstStyle>
            <a:lvl1pPr marL="285750" indent="-285750">
              <a:buFont typeface="Arial" panose="020B0604020202020204" pitchFamily="34" charset="0"/>
              <a:buNone/>
              <a:defRPr sz="1400"/>
            </a:lvl1pPr>
            <a:lvl2pPr marL="514350" indent="-285750">
              <a:buFont typeface="Arial" panose="020B0604020202020204" pitchFamily="34" charset="0"/>
              <a:buNone/>
              <a:defRPr sz="1400"/>
            </a:lvl2pPr>
            <a:lvl3pPr marL="742950" indent="-285750">
              <a:buFont typeface="Arial" panose="020B0604020202020204" pitchFamily="34" charset="0"/>
              <a:buNone/>
              <a:defRPr sz="1400"/>
            </a:lvl3pPr>
            <a:lvl4pPr marL="857250" indent="-171450">
              <a:buFont typeface="Arial" panose="020B0604020202020204" pitchFamily="34" charset="0"/>
              <a:buNone/>
              <a:defRPr sz="1400"/>
            </a:lvl4pPr>
            <a:lvl5pPr marL="1085850" indent="-171450">
              <a:buFont typeface="Arial" panose="020B0604020202020204" pitchFamily="34" charset="0"/>
              <a:buNone/>
              <a:defRPr sz="14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3" name="Picture Placeholder 2"/>
          <p:cNvSpPr>
            <a:spLocks noGrp="1"/>
          </p:cNvSpPr>
          <p:nvPr>
            <p:ph type="pic" sz="quarter" idx="15" hasCustomPrompt="1"/>
          </p:nvPr>
        </p:nvSpPr>
        <p:spPr>
          <a:xfrm>
            <a:off x="0" y="2938509"/>
            <a:ext cx="12192000" cy="3919491"/>
          </a:xfrm>
          <a:blipFill>
            <a:blip r:embed="rId2" cstate="email">
              <a:alphaModFix amt="65000"/>
            </a:blip>
            <a:stretch>
              <a:fillRect/>
            </a:stretch>
          </a:blipFill>
        </p:spPr>
        <p:txBody>
          <a:bodyPr/>
          <a:lstStyle>
            <a:lvl1pPr>
              <a:defRPr/>
            </a:lvl1pPr>
          </a:lstStyle>
          <a:p>
            <a:r>
              <a:rPr lang="en-US" dirty="0"/>
              <a:t>   </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p:cNvSpPr>
            <a:spLocks noGrp="1"/>
          </p:cNvSpPr>
          <p:nvPr>
            <p:ph type="title"/>
          </p:nvPr>
        </p:nvSpPr>
        <p:spPr>
          <a:xfrm>
            <a:off x="419100" y="1115568"/>
            <a:ext cx="2514600" cy="2918919"/>
          </a:xfrm>
        </p:spPr>
        <p:txBody>
          <a:bodyPr anchor="t"/>
          <a:lstStyle/>
          <a:p>
            <a:r>
              <a:rPr lang="en-US"/>
              <a:t>Click to edit Master title style</a:t>
            </a:r>
            <a:endParaRPr lang="en-US" dirty="0"/>
          </a:p>
        </p:txBody>
      </p:sp>
      <p:sp>
        <p:nvSpPr>
          <p:cNvPr id="6" name="Footer Placeholder 5"/>
          <p:cNvSpPr>
            <a:spLocks noGrp="1"/>
          </p:cNvSpPr>
          <p:nvPr>
            <p:ph type="ftr" sz="quarter" idx="11"/>
          </p:nvPr>
        </p:nvSpPr>
        <p:spPr>
          <a:xfrm>
            <a:off x="432393" y="214858"/>
            <a:ext cx="2514600" cy="338328"/>
          </a:xfrm>
        </p:spPr>
        <p:txBody>
          <a:bodyPr/>
          <a:lstStyle>
            <a:lvl1pPr>
              <a:defRPr>
                <a:solidFill>
                  <a:schemeClr val="tx1"/>
                </a:solidFill>
                <a:effectLst/>
              </a:defRPr>
            </a:lvl1pPr>
          </a:lstStyle>
          <a:p>
            <a:endParaRPr lang="en-PH"/>
          </a:p>
        </p:txBody>
      </p:sp>
      <p:sp>
        <p:nvSpPr>
          <p:cNvPr id="9" name="Picture Placeholder 8"/>
          <p:cNvSpPr>
            <a:spLocks noGrp="1"/>
          </p:cNvSpPr>
          <p:nvPr>
            <p:ph type="pic" sz="quarter" idx="15" hasCustomPrompt="1"/>
          </p:nvPr>
        </p:nvSpPr>
        <p:spPr>
          <a:xfrm>
            <a:off x="3423747" y="0"/>
            <a:ext cx="8768253" cy="3985719"/>
          </a:xfrm>
          <a:blipFill>
            <a:blip r:embed="rId2" cstate="email">
              <a:alphaModFix amt="65000"/>
            </a:blip>
            <a:stretch>
              <a:fillRect/>
            </a:stretch>
          </a:blipFill>
        </p:spPr>
        <p:txBody>
          <a:bodyPr/>
          <a:lstStyle>
            <a:lvl1pPr>
              <a:defRPr/>
            </a:lvl1pPr>
          </a:lstStyle>
          <a:p>
            <a:r>
              <a:rPr lang="en-US" dirty="0"/>
              <a:t>   </a:t>
            </a:r>
            <a:endParaRPr lang="en-US" dirty="0"/>
          </a:p>
        </p:txBody>
      </p:sp>
      <p:sp>
        <p:nvSpPr>
          <p:cNvPr id="5" name="Date Placeholder 4"/>
          <p:cNvSpPr>
            <a:spLocks noGrp="1"/>
          </p:cNvSpPr>
          <p:nvPr>
            <p:ph type="dt" sz="half" idx="10"/>
          </p:nvPr>
        </p:nvSpPr>
        <p:spPr>
          <a:xfrm>
            <a:off x="3352800" y="4077628"/>
            <a:ext cx="1920240" cy="338328"/>
          </a:xfrm>
        </p:spPr>
        <p:txBody>
          <a:bodyPr/>
          <a:lstStyle/>
          <a:p>
            <a:fld id="{8C761CE8-432F-4AA9-A01D-EA461F4E793E}" type="datetimeFigureOut">
              <a:rPr lang="en-PH" smtClean="0"/>
            </a:fld>
            <a:endParaRPr lang="en-PH"/>
          </a:p>
        </p:txBody>
      </p:sp>
      <p:sp>
        <p:nvSpPr>
          <p:cNvPr id="7" name="Slide Number Placeholder 6"/>
          <p:cNvSpPr>
            <a:spLocks noGrp="1"/>
          </p:cNvSpPr>
          <p:nvPr>
            <p:ph type="sldNum" sz="quarter" idx="12"/>
          </p:nvPr>
        </p:nvSpPr>
        <p:spPr>
          <a:xfrm>
            <a:off x="11291657" y="4077628"/>
            <a:ext cx="555948" cy="338328"/>
          </a:xfrm>
        </p:spPr>
        <p:txBody>
          <a:bodyPr/>
          <a:lstStyle>
            <a:lvl1pPr>
              <a:defRPr>
                <a:solidFill>
                  <a:schemeClr val="tx1"/>
                </a:solidFill>
                <a:effectLst/>
              </a:defRPr>
            </a:lvl1pPr>
          </a:lstStyle>
          <a:p>
            <a:fld id="{D07F422F-78E4-4668-989B-4B35DD3F18EE}" type="slidenum">
              <a:rPr lang="en-PH" smtClean="0"/>
            </a:fld>
            <a:endParaRPr lang="en-PH"/>
          </a:p>
        </p:txBody>
      </p:sp>
      <p:sp>
        <p:nvSpPr>
          <p:cNvPr id="8" name="Content Placeholder 7"/>
          <p:cNvSpPr>
            <a:spLocks noGrp="1"/>
          </p:cNvSpPr>
          <p:nvPr>
            <p:ph sz="quarter" idx="14"/>
          </p:nvPr>
        </p:nvSpPr>
        <p:spPr>
          <a:xfrm>
            <a:off x="3352800" y="4423576"/>
            <a:ext cx="8420100" cy="1824824"/>
          </a:xfrm>
        </p:spPr>
        <p:txBody>
          <a:bodyPr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p:cNvSpPr>
            <a:spLocks noGrp="1"/>
          </p:cNvSpPr>
          <p:nvPr>
            <p:ph type="title"/>
          </p:nvPr>
        </p:nvSpPr>
        <p:spPr>
          <a:xfrm>
            <a:off x="5881339" y="1115568"/>
            <a:ext cx="5247577" cy="994131"/>
          </a:xfrm>
        </p:spPr>
        <p:txBody>
          <a:bodyPr anchor="t"/>
          <a:lstStyle/>
          <a:p>
            <a:r>
              <a:rPr lang="en-US"/>
              <a:t>Click to edit Master title style</a:t>
            </a:r>
            <a:endParaRPr lang="en-US" dirty="0"/>
          </a:p>
        </p:txBody>
      </p:sp>
      <p:sp>
        <p:nvSpPr>
          <p:cNvPr id="6" name="Footer Placeholder 5"/>
          <p:cNvSpPr>
            <a:spLocks noGrp="1"/>
          </p:cNvSpPr>
          <p:nvPr>
            <p:ph type="ftr" sz="quarter" idx="11"/>
          </p:nvPr>
        </p:nvSpPr>
        <p:spPr>
          <a:xfrm>
            <a:off x="429768" y="219456"/>
            <a:ext cx="2933700" cy="338328"/>
          </a:xfrm>
        </p:spPr>
        <p:txBody>
          <a:bodyPr/>
          <a:lstStyle/>
          <a:p>
            <a:endParaRPr lang="en-PH"/>
          </a:p>
        </p:txBody>
      </p:sp>
      <p:sp>
        <p:nvSpPr>
          <p:cNvPr id="5" name="Date Placeholder 4"/>
          <p:cNvSpPr>
            <a:spLocks noGrp="1"/>
          </p:cNvSpPr>
          <p:nvPr>
            <p:ph type="dt" sz="half" idx="10"/>
          </p:nvPr>
        </p:nvSpPr>
        <p:spPr>
          <a:xfrm>
            <a:off x="5896579" y="209088"/>
            <a:ext cx="1844044" cy="338328"/>
          </a:xfrm>
        </p:spPr>
        <p:txBody>
          <a:bodyPr/>
          <a:lstStyle>
            <a:lvl1pPr>
              <a:defRPr>
                <a:solidFill>
                  <a:schemeClr val="tx1"/>
                </a:solidFill>
                <a:effectLst/>
              </a:defRPr>
            </a:lvl1pPr>
          </a:lstStyle>
          <a:p>
            <a:fld id="{8C761CE8-432F-4AA9-A01D-EA461F4E793E}" type="datetimeFigureOut">
              <a:rPr lang="en-PH" smtClean="0"/>
            </a:fld>
            <a:endParaRPr lang="en-PH"/>
          </a:p>
        </p:txBody>
      </p:sp>
      <p:sp>
        <p:nvSpPr>
          <p:cNvPr id="7" name="Slide Number Placeholder 6"/>
          <p:cNvSpPr>
            <a:spLocks noGrp="1"/>
          </p:cNvSpPr>
          <p:nvPr>
            <p:ph type="sldNum" sz="quarter" idx="12"/>
          </p:nvPr>
        </p:nvSpPr>
        <p:spPr>
          <a:xfrm>
            <a:off x="11334185" y="209088"/>
            <a:ext cx="555948" cy="338328"/>
          </a:xfrm>
        </p:spPr>
        <p:txBody>
          <a:bodyPr/>
          <a:lstStyle/>
          <a:p>
            <a:fld id="{D07F422F-78E4-4668-989B-4B35DD3F18EE}" type="slidenum">
              <a:rPr lang="en-PH" smtClean="0"/>
            </a:fld>
            <a:endParaRPr lang="en-PH"/>
          </a:p>
        </p:txBody>
      </p:sp>
      <p:sp>
        <p:nvSpPr>
          <p:cNvPr id="4" name="Picture Placeholder 3"/>
          <p:cNvSpPr>
            <a:spLocks noGrp="1"/>
          </p:cNvSpPr>
          <p:nvPr>
            <p:ph type="pic" sz="quarter" idx="15" hasCustomPrompt="1"/>
          </p:nvPr>
        </p:nvSpPr>
        <p:spPr>
          <a:xfrm>
            <a:off x="0" y="1181100"/>
            <a:ext cx="5247577" cy="5676900"/>
          </a:xfrm>
          <a:blipFill>
            <a:blip r:embed="rId2">
              <a:alphaModFix amt="65000"/>
            </a:blip>
            <a:stretch>
              <a:fillRect/>
            </a:stretch>
          </a:blipFill>
        </p:spPr>
        <p:txBody>
          <a:bodyPr/>
          <a:lstStyle>
            <a:lvl1pPr>
              <a:defRPr/>
            </a:lvl1pPr>
          </a:lstStyle>
          <a:p>
            <a:r>
              <a:rPr lang="en-US" dirty="0"/>
              <a:t>   </a:t>
            </a:r>
            <a:endParaRPr lang="en-US" dirty="0"/>
          </a:p>
        </p:txBody>
      </p:sp>
      <p:sp>
        <p:nvSpPr>
          <p:cNvPr id="8" name="Content Placeholder 7"/>
          <p:cNvSpPr>
            <a:spLocks noGrp="1"/>
          </p:cNvSpPr>
          <p:nvPr>
            <p:ph sz="quarter" idx="14"/>
          </p:nvPr>
        </p:nvSpPr>
        <p:spPr>
          <a:xfrm>
            <a:off x="5881339" y="2133600"/>
            <a:ext cx="5247577" cy="4114800"/>
          </a:xfrm>
        </p:spPr>
        <p:txBody>
          <a:bodyPr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p:cNvSpPr>
            <a:spLocks noGrp="1"/>
          </p:cNvSpPr>
          <p:nvPr>
            <p:ph type="title"/>
          </p:nvPr>
        </p:nvSpPr>
        <p:spPr>
          <a:xfrm>
            <a:off x="426057" y="1115568"/>
            <a:ext cx="3607670" cy="3170545"/>
          </a:xfrm>
        </p:spPr>
        <p:txBody>
          <a:bodyPr anchor="t">
            <a:normAutofit/>
          </a:bodyPr>
          <a:lstStyle>
            <a:lvl1pPr>
              <a:defRPr sz="3000"/>
            </a:lvl1pPr>
          </a:lstStyle>
          <a:p>
            <a:r>
              <a:rPr lang="en-US"/>
              <a:t>Click to edit Master title style</a:t>
            </a:r>
            <a:endParaRPr lang="en-US" dirty="0"/>
          </a:p>
        </p:txBody>
      </p:sp>
      <p:sp>
        <p:nvSpPr>
          <p:cNvPr id="6" name="Footer Placeholder 5"/>
          <p:cNvSpPr>
            <a:spLocks noGrp="1"/>
          </p:cNvSpPr>
          <p:nvPr>
            <p:ph type="ftr" sz="quarter" idx="11"/>
          </p:nvPr>
        </p:nvSpPr>
        <p:spPr>
          <a:xfrm>
            <a:off x="429768" y="214858"/>
            <a:ext cx="2597106" cy="338328"/>
          </a:xfrm>
        </p:spPr>
        <p:txBody>
          <a:bodyPr/>
          <a:lstStyle/>
          <a:p>
            <a:endParaRPr lang="en-PH"/>
          </a:p>
        </p:txBody>
      </p:sp>
      <p:sp>
        <p:nvSpPr>
          <p:cNvPr id="5" name="Date Placeholder 4"/>
          <p:cNvSpPr>
            <a:spLocks noGrp="1"/>
          </p:cNvSpPr>
          <p:nvPr>
            <p:ph type="dt" sz="half" idx="10"/>
          </p:nvPr>
        </p:nvSpPr>
        <p:spPr>
          <a:xfrm>
            <a:off x="4845909" y="214858"/>
            <a:ext cx="1586711" cy="338328"/>
          </a:xfrm>
        </p:spPr>
        <p:txBody>
          <a:bodyPr/>
          <a:lstStyle/>
          <a:p>
            <a:fld id="{8C761CE8-432F-4AA9-A01D-EA461F4E793E}" type="datetimeFigureOut">
              <a:rPr lang="en-PH" smtClean="0"/>
            </a:fld>
            <a:endParaRPr lang="en-PH"/>
          </a:p>
        </p:txBody>
      </p:sp>
      <p:sp>
        <p:nvSpPr>
          <p:cNvPr id="7" name="Slide Number Placeholder 6"/>
          <p:cNvSpPr>
            <a:spLocks noGrp="1"/>
          </p:cNvSpPr>
          <p:nvPr>
            <p:ph type="sldNum" sz="quarter" idx="12"/>
          </p:nvPr>
        </p:nvSpPr>
        <p:spPr>
          <a:xfrm>
            <a:off x="11297610" y="214858"/>
            <a:ext cx="555948" cy="338328"/>
          </a:xfrm>
        </p:spPr>
        <p:txBody>
          <a:bodyPr/>
          <a:lstStyle/>
          <a:p>
            <a:fld id="{D07F422F-78E4-4668-989B-4B35DD3F18EE}" type="slidenum">
              <a:rPr lang="en-PH" smtClean="0"/>
            </a:fld>
            <a:endParaRPr lang="en-PH"/>
          </a:p>
        </p:txBody>
      </p:sp>
      <p:sp>
        <p:nvSpPr>
          <p:cNvPr id="8" name="Content Placeholder 7"/>
          <p:cNvSpPr>
            <a:spLocks noGrp="1"/>
          </p:cNvSpPr>
          <p:nvPr>
            <p:ph sz="quarter" idx="14"/>
          </p:nvPr>
        </p:nvSpPr>
        <p:spPr>
          <a:xfrm>
            <a:off x="4845909" y="1112672"/>
            <a:ext cx="6926991" cy="1967808"/>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Picture Placeholder 3"/>
          <p:cNvSpPr>
            <a:spLocks noGrp="1"/>
          </p:cNvSpPr>
          <p:nvPr>
            <p:ph type="pic" sz="quarter" idx="15" hasCustomPrompt="1"/>
          </p:nvPr>
        </p:nvSpPr>
        <p:spPr>
          <a:xfrm>
            <a:off x="4903079" y="3500203"/>
            <a:ext cx="7288921" cy="3357797"/>
          </a:xfrm>
          <a:custGeom>
            <a:avLst/>
            <a:gdLst>
              <a:gd name="connsiteX0" fmla="*/ 0 w 7391400"/>
              <a:gd name="connsiteY0" fmla="*/ 0 h 3018269"/>
              <a:gd name="connsiteX1" fmla="*/ 7391400 w 7391400"/>
              <a:gd name="connsiteY1" fmla="*/ 0 h 3018269"/>
              <a:gd name="connsiteX2" fmla="*/ 7391400 w 7391400"/>
              <a:gd name="connsiteY2" fmla="*/ 3018269 h 3018269"/>
              <a:gd name="connsiteX3" fmla="*/ 0 w 7391400"/>
              <a:gd name="connsiteY3" fmla="*/ 3018269 h 3018269"/>
            </a:gdLst>
            <a:ahLst/>
            <a:cxnLst>
              <a:cxn ang="0">
                <a:pos x="connsiteX0" y="connsiteY0"/>
              </a:cxn>
              <a:cxn ang="0">
                <a:pos x="connsiteX1" y="connsiteY1"/>
              </a:cxn>
              <a:cxn ang="0">
                <a:pos x="connsiteX2" y="connsiteY2"/>
              </a:cxn>
              <a:cxn ang="0">
                <a:pos x="connsiteX3" y="connsiteY3"/>
              </a:cxn>
            </a:cxnLst>
            <a:rect l="l" t="t" r="r" b="b"/>
            <a:pathLst>
              <a:path w="7391400" h="3018269">
                <a:moveTo>
                  <a:pt x="0" y="0"/>
                </a:moveTo>
                <a:lnTo>
                  <a:pt x="7391400" y="0"/>
                </a:lnTo>
                <a:lnTo>
                  <a:pt x="7391400" y="3018269"/>
                </a:lnTo>
                <a:lnTo>
                  <a:pt x="0" y="3018269"/>
                </a:lnTo>
                <a:close/>
              </a:path>
            </a:pathLst>
          </a:custGeom>
          <a:blipFill dpi="0" rotWithShape="1">
            <a:blip r:embed="rId2" cstate="email">
              <a:alphaModFix amt="60000"/>
            </a:blip>
            <a:srcRect/>
            <a:stretch>
              <a:fillRect/>
            </a:stretch>
          </a:blipFill>
        </p:spPr>
        <p:txBody>
          <a:bodyPr wrap="square">
            <a:noAutofit/>
          </a:bodyPr>
          <a:lstStyle>
            <a:lvl1pPr marL="0" indent="0">
              <a:buNone/>
              <a:defRPr/>
            </a:lvl1pPr>
          </a:lstStyle>
          <a:p>
            <a:r>
              <a:rPr lang="en-US" dirty="0"/>
              <a:t>   </a:t>
            </a:r>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p:cNvSpPr>
            <a:spLocks noGrp="1"/>
          </p:cNvSpPr>
          <p:nvPr>
            <p:ph type="title"/>
          </p:nvPr>
        </p:nvSpPr>
        <p:spPr>
          <a:xfrm>
            <a:off x="432393" y="3429001"/>
            <a:ext cx="2501307" cy="2551982"/>
          </a:xfrm>
        </p:spPr>
        <p:txBody>
          <a:bodyPr anchor="t">
            <a:normAutofit/>
          </a:bodyPr>
          <a:lstStyle>
            <a:lvl1pPr>
              <a:defRPr sz="3000"/>
            </a:lvl1pPr>
          </a:lstStyle>
          <a:p>
            <a:r>
              <a:rPr lang="en-US"/>
              <a:t>Click to edit Master title style</a:t>
            </a:r>
            <a:endParaRPr lang="en-US" dirty="0"/>
          </a:p>
        </p:txBody>
      </p:sp>
      <p:sp>
        <p:nvSpPr>
          <p:cNvPr id="3" name="Picture Placeholder 2"/>
          <p:cNvSpPr>
            <a:spLocks noGrp="1"/>
          </p:cNvSpPr>
          <p:nvPr>
            <p:ph type="pic" sz="quarter" idx="15" hasCustomPrompt="1"/>
          </p:nvPr>
        </p:nvSpPr>
        <p:spPr>
          <a:xfrm>
            <a:off x="0" y="1"/>
            <a:ext cx="12192000" cy="2705099"/>
          </a:xfrm>
          <a:blipFill>
            <a:blip r:embed="rId2">
              <a:alphaModFix amt="60000"/>
            </a:blip>
            <a:stretch>
              <a:fillRect/>
            </a:stretch>
          </a:blipFill>
        </p:spPr>
        <p:txBody>
          <a:bodyPr/>
          <a:lstStyle>
            <a:lvl1pPr>
              <a:defRPr/>
            </a:lvl1pPr>
          </a:lstStyle>
          <a:p>
            <a:r>
              <a:rPr lang="en-US" dirty="0"/>
              <a:t>   </a:t>
            </a:r>
            <a:endParaRPr lang="en-US" dirty="0"/>
          </a:p>
        </p:txBody>
      </p:sp>
      <p:sp>
        <p:nvSpPr>
          <p:cNvPr id="6" name="Footer Placeholder 5"/>
          <p:cNvSpPr>
            <a:spLocks noGrp="1"/>
          </p:cNvSpPr>
          <p:nvPr>
            <p:ph type="ftr" sz="quarter" idx="11"/>
          </p:nvPr>
        </p:nvSpPr>
        <p:spPr>
          <a:xfrm>
            <a:off x="432393" y="2865290"/>
            <a:ext cx="2726376" cy="338328"/>
          </a:xfrm>
        </p:spPr>
        <p:txBody>
          <a:bodyPr/>
          <a:lstStyle/>
          <a:p>
            <a:endParaRPr lang="en-PH"/>
          </a:p>
        </p:txBody>
      </p:sp>
      <p:sp>
        <p:nvSpPr>
          <p:cNvPr id="5" name="Date Placeholder 4"/>
          <p:cNvSpPr>
            <a:spLocks noGrp="1"/>
          </p:cNvSpPr>
          <p:nvPr>
            <p:ph type="dt" sz="half" idx="10"/>
          </p:nvPr>
        </p:nvSpPr>
        <p:spPr>
          <a:xfrm>
            <a:off x="3352799" y="2865290"/>
            <a:ext cx="1967345" cy="338328"/>
          </a:xfrm>
        </p:spPr>
        <p:txBody>
          <a:bodyPr/>
          <a:lstStyle/>
          <a:p>
            <a:fld id="{8C761CE8-432F-4AA9-A01D-EA461F4E793E}" type="datetimeFigureOut">
              <a:rPr lang="en-PH" smtClean="0"/>
            </a:fld>
            <a:endParaRPr lang="en-PH"/>
          </a:p>
        </p:txBody>
      </p:sp>
      <p:sp>
        <p:nvSpPr>
          <p:cNvPr id="7" name="Slide Number Placeholder 6"/>
          <p:cNvSpPr>
            <a:spLocks noGrp="1"/>
          </p:cNvSpPr>
          <p:nvPr>
            <p:ph type="sldNum" sz="quarter" idx="12"/>
          </p:nvPr>
        </p:nvSpPr>
        <p:spPr>
          <a:xfrm>
            <a:off x="11291657" y="2865290"/>
            <a:ext cx="555948" cy="338328"/>
          </a:xfrm>
        </p:spPr>
        <p:txBody>
          <a:bodyPr/>
          <a:lstStyle/>
          <a:p>
            <a:fld id="{D07F422F-78E4-4668-989B-4B35DD3F18EE}" type="slidenum">
              <a:rPr lang="en-PH" smtClean="0"/>
            </a:fld>
            <a:endParaRPr lang="en-PH"/>
          </a:p>
        </p:txBody>
      </p:sp>
      <p:sp>
        <p:nvSpPr>
          <p:cNvPr id="8" name="Content Placeholder 7"/>
          <p:cNvSpPr>
            <a:spLocks noGrp="1"/>
          </p:cNvSpPr>
          <p:nvPr>
            <p:ph sz="quarter" idx="14"/>
          </p:nvPr>
        </p:nvSpPr>
        <p:spPr>
          <a:xfrm>
            <a:off x="3352800" y="3429000"/>
            <a:ext cx="8210204" cy="3009900"/>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p:cNvSpPr>
            <a:spLocks noGrp="1"/>
          </p:cNvSpPr>
          <p:nvPr>
            <p:ph type="title"/>
          </p:nvPr>
        </p:nvSpPr>
        <p:spPr>
          <a:xfrm>
            <a:off x="446230" y="1115568"/>
            <a:ext cx="3603256" cy="1409878"/>
          </a:xfrm>
        </p:spPr>
        <p:txBody>
          <a:bodyPr anchor="t"/>
          <a:lstStyle/>
          <a:p>
            <a:r>
              <a:rPr lang="en-US"/>
              <a:t>Click to edit Master title style</a:t>
            </a:r>
            <a:endParaRPr lang="en-US"/>
          </a:p>
        </p:txBody>
      </p:sp>
      <p:sp>
        <p:nvSpPr>
          <p:cNvPr id="6" name="Footer Placeholder 5"/>
          <p:cNvSpPr>
            <a:spLocks noGrp="1"/>
          </p:cNvSpPr>
          <p:nvPr>
            <p:ph type="ftr" sz="quarter" idx="11"/>
          </p:nvPr>
        </p:nvSpPr>
        <p:spPr/>
        <p:txBody>
          <a:bodyPr/>
          <a:lstStyle>
            <a:lvl1pPr>
              <a:defRPr>
                <a:solidFill>
                  <a:schemeClr val="tx1"/>
                </a:solidFill>
                <a:effectLst/>
              </a:defRPr>
            </a:lvl1pPr>
          </a:lstStyle>
          <a:p>
            <a:endParaRPr lang="en-PH"/>
          </a:p>
        </p:txBody>
      </p:sp>
      <p:sp>
        <p:nvSpPr>
          <p:cNvPr id="5" name="Date Placeholder 4"/>
          <p:cNvSpPr>
            <a:spLocks noGrp="1"/>
          </p:cNvSpPr>
          <p:nvPr>
            <p:ph type="dt" sz="half" idx="10"/>
          </p:nvPr>
        </p:nvSpPr>
        <p:spPr>
          <a:xfrm>
            <a:off x="4838700" y="209088"/>
            <a:ext cx="2514600" cy="338328"/>
          </a:xfrm>
        </p:spPr>
        <p:txBody>
          <a:bodyPr/>
          <a:lstStyle/>
          <a:p>
            <a:fld id="{8C761CE8-432F-4AA9-A01D-EA461F4E793E}" type="datetimeFigureOut">
              <a:rPr lang="en-PH" smtClean="0"/>
            </a:fld>
            <a:endParaRPr lang="en-PH"/>
          </a:p>
        </p:txBody>
      </p:sp>
      <p:sp>
        <p:nvSpPr>
          <p:cNvPr id="7" name="Slide Number Placeholder 6"/>
          <p:cNvSpPr>
            <a:spLocks noGrp="1"/>
          </p:cNvSpPr>
          <p:nvPr>
            <p:ph type="sldNum" sz="quarter" idx="12"/>
          </p:nvPr>
        </p:nvSpPr>
        <p:spPr>
          <a:xfrm>
            <a:off x="11286019" y="219456"/>
            <a:ext cx="564341" cy="338328"/>
          </a:xfrm>
        </p:spPr>
        <p:txBody>
          <a:bodyPr/>
          <a:lstStyle>
            <a:lvl1pPr>
              <a:defRPr>
                <a:solidFill>
                  <a:schemeClr val="tx1"/>
                </a:solidFill>
                <a:effectLst/>
              </a:defRPr>
            </a:lvl1pPr>
          </a:lstStyle>
          <a:p>
            <a:fld id="{D07F422F-78E4-4668-989B-4B35DD3F18EE}" type="slidenum">
              <a:rPr lang="en-PH" smtClean="0"/>
            </a:fld>
            <a:endParaRPr lang="en-PH"/>
          </a:p>
        </p:txBody>
      </p:sp>
      <p:sp>
        <p:nvSpPr>
          <p:cNvPr id="8" name="Content Placeholder 7"/>
          <p:cNvSpPr>
            <a:spLocks noGrp="1"/>
          </p:cNvSpPr>
          <p:nvPr>
            <p:ph sz="quarter" idx="14"/>
          </p:nvPr>
        </p:nvSpPr>
        <p:spPr>
          <a:xfrm>
            <a:off x="446230" y="2705100"/>
            <a:ext cx="3603256" cy="3695700"/>
          </a:xfrm>
        </p:spPr>
        <p:txBody>
          <a:bodyPr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1" name="Picture Placeholder 10"/>
          <p:cNvSpPr>
            <a:spLocks noGrp="1"/>
          </p:cNvSpPr>
          <p:nvPr>
            <p:ph type="pic" sz="quarter" idx="15" hasCustomPrompt="1"/>
          </p:nvPr>
        </p:nvSpPr>
        <p:spPr>
          <a:xfrm>
            <a:off x="4935269" y="1175658"/>
            <a:ext cx="7256731" cy="5682342"/>
          </a:xfrm>
          <a:blipFill>
            <a:blip r:embed="rId2" cstate="email">
              <a:alphaModFix amt="65000"/>
            </a:blip>
            <a:stretch>
              <a:fillRect/>
            </a:stretch>
          </a:blipFill>
        </p:spPr>
        <p:txBody>
          <a:bodyPr/>
          <a:lstStyle>
            <a:lvl1pPr>
              <a:defRPr/>
            </a:lvl1pPr>
          </a:lstStyle>
          <a:p>
            <a:r>
              <a:rPr lang="en-US" dirty="0"/>
              <a:t>   </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p:cNvSpPr>
            <a:spLocks noGrp="1"/>
          </p:cNvSpPr>
          <p:nvPr>
            <p:ph type="title"/>
          </p:nvPr>
        </p:nvSpPr>
        <p:spPr>
          <a:xfrm>
            <a:off x="419100" y="4607626"/>
            <a:ext cx="4419600" cy="1640774"/>
          </a:xfrm>
        </p:spPr>
        <p:txBody>
          <a:bodyPr anchor="t"/>
          <a:lstStyle/>
          <a:p>
            <a:r>
              <a:rPr lang="en-US"/>
              <a:t>Click to edit Master title style</a:t>
            </a:r>
            <a:endParaRPr lang="en-US" dirty="0"/>
          </a:p>
        </p:txBody>
      </p:sp>
      <p:sp>
        <p:nvSpPr>
          <p:cNvPr id="4" name="Picture Placeholder 3"/>
          <p:cNvSpPr>
            <a:spLocks noGrp="1"/>
          </p:cNvSpPr>
          <p:nvPr>
            <p:ph type="pic" sz="quarter" idx="15" hasCustomPrompt="1"/>
          </p:nvPr>
        </p:nvSpPr>
        <p:spPr>
          <a:xfrm>
            <a:off x="1914" y="0"/>
            <a:ext cx="4836786" cy="4214191"/>
          </a:xfrm>
          <a:blipFill>
            <a:blip r:embed="rId2">
              <a:alphaModFix amt="60000"/>
            </a:blip>
            <a:stretch>
              <a:fillRect/>
            </a:stretch>
          </a:blipFill>
        </p:spPr>
        <p:txBody>
          <a:bodyPr/>
          <a:lstStyle>
            <a:lvl1pPr>
              <a:defRPr/>
            </a:lvl1pPr>
          </a:lstStyle>
          <a:p>
            <a:r>
              <a:rPr lang="en-US" dirty="0"/>
              <a:t>   </a:t>
            </a:r>
            <a:endParaRPr lang="en-US" dirty="0"/>
          </a:p>
        </p:txBody>
      </p:sp>
      <p:sp>
        <p:nvSpPr>
          <p:cNvPr id="6" name="Footer Placeholder 5"/>
          <p:cNvSpPr>
            <a:spLocks noGrp="1"/>
          </p:cNvSpPr>
          <p:nvPr>
            <p:ph type="ftr" sz="quarter" idx="11"/>
          </p:nvPr>
        </p:nvSpPr>
        <p:spPr>
          <a:xfrm>
            <a:off x="5541275" y="209088"/>
            <a:ext cx="2726376" cy="338328"/>
          </a:xfrm>
        </p:spPr>
        <p:txBody>
          <a:bodyPr/>
          <a:lstStyle/>
          <a:p>
            <a:endParaRPr lang="en-PH"/>
          </a:p>
        </p:txBody>
      </p:sp>
      <p:sp>
        <p:nvSpPr>
          <p:cNvPr id="5" name="Date Placeholder 4"/>
          <p:cNvSpPr>
            <a:spLocks noGrp="1"/>
          </p:cNvSpPr>
          <p:nvPr>
            <p:ph type="dt" sz="half" idx="10"/>
          </p:nvPr>
        </p:nvSpPr>
        <p:spPr>
          <a:xfrm>
            <a:off x="8801100" y="214858"/>
            <a:ext cx="1905250" cy="338328"/>
          </a:xfrm>
        </p:spPr>
        <p:txBody>
          <a:bodyPr/>
          <a:lstStyle>
            <a:lvl1pPr>
              <a:defRPr>
                <a:solidFill>
                  <a:schemeClr val="tx1"/>
                </a:solidFill>
                <a:effectLst/>
              </a:defRPr>
            </a:lvl1pPr>
          </a:lstStyle>
          <a:p>
            <a:fld id="{8C761CE8-432F-4AA9-A01D-EA461F4E793E}" type="datetimeFigureOut">
              <a:rPr lang="en-PH" smtClean="0"/>
            </a:fld>
            <a:endParaRPr lang="en-PH"/>
          </a:p>
        </p:txBody>
      </p:sp>
      <p:sp>
        <p:nvSpPr>
          <p:cNvPr id="7" name="Slide Number Placeholder 6"/>
          <p:cNvSpPr>
            <a:spLocks noGrp="1"/>
          </p:cNvSpPr>
          <p:nvPr>
            <p:ph type="sldNum" sz="quarter" idx="12"/>
          </p:nvPr>
        </p:nvSpPr>
        <p:spPr/>
        <p:txBody>
          <a:bodyPr/>
          <a:lstStyle/>
          <a:p>
            <a:fld id="{D07F422F-78E4-4668-989B-4B35DD3F18EE}" type="slidenum">
              <a:rPr lang="en-PH" smtClean="0"/>
            </a:fld>
            <a:endParaRPr lang="en-PH"/>
          </a:p>
        </p:txBody>
      </p:sp>
      <p:sp>
        <p:nvSpPr>
          <p:cNvPr id="8" name="Content Placeholder 7"/>
          <p:cNvSpPr>
            <a:spLocks noGrp="1"/>
          </p:cNvSpPr>
          <p:nvPr>
            <p:ph sz="quarter" idx="14"/>
          </p:nvPr>
        </p:nvSpPr>
        <p:spPr>
          <a:xfrm>
            <a:off x="5541276" y="1104900"/>
            <a:ext cx="5750381" cy="51435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p:cNvSpPr>
            <a:spLocks noGrp="1"/>
          </p:cNvSpPr>
          <p:nvPr>
            <p:ph type="title"/>
          </p:nvPr>
        </p:nvSpPr>
        <p:spPr>
          <a:xfrm>
            <a:off x="419100" y="1115568"/>
            <a:ext cx="3105335" cy="1636510"/>
          </a:xfrm>
        </p:spPr>
        <p:txBody>
          <a:bodyPr anchor="t"/>
          <a:lstStyle/>
          <a:p>
            <a:r>
              <a:rPr lang="en-US"/>
              <a:t>Click to edit Master title style</a:t>
            </a:r>
            <a:endParaRPr lang="en-US" dirty="0"/>
          </a:p>
        </p:txBody>
      </p:sp>
      <p:sp>
        <p:nvSpPr>
          <p:cNvPr id="6" name="Footer Placeholder 5"/>
          <p:cNvSpPr>
            <a:spLocks noGrp="1"/>
          </p:cNvSpPr>
          <p:nvPr>
            <p:ph type="ftr" sz="quarter" idx="11"/>
          </p:nvPr>
        </p:nvSpPr>
        <p:spPr>
          <a:xfrm>
            <a:off x="432393" y="214858"/>
            <a:ext cx="2726376" cy="338328"/>
          </a:xfrm>
        </p:spPr>
        <p:txBody>
          <a:bodyPr/>
          <a:lstStyle/>
          <a:p>
            <a:endParaRPr lang="en-PH"/>
          </a:p>
        </p:txBody>
      </p:sp>
      <p:sp>
        <p:nvSpPr>
          <p:cNvPr id="5" name="Date Placeholder 4"/>
          <p:cNvSpPr>
            <a:spLocks noGrp="1"/>
          </p:cNvSpPr>
          <p:nvPr>
            <p:ph type="dt" sz="half" idx="10"/>
          </p:nvPr>
        </p:nvSpPr>
        <p:spPr>
          <a:xfrm>
            <a:off x="4055522" y="214858"/>
            <a:ext cx="2536988" cy="338328"/>
          </a:xfrm>
        </p:spPr>
        <p:txBody>
          <a:bodyPr/>
          <a:lstStyle/>
          <a:p>
            <a:fld id="{8C761CE8-432F-4AA9-A01D-EA461F4E793E}" type="datetimeFigureOut">
              <a:rPr lang="en-PH" smtClean="0"/>
            </a:fld>
            <a:endParaRPr lang="en-PH"/>
          </a:p>
        </p:txBody>
      </p:sp>
      <p:sp>
        <p:nvSpPr>
          <p:cNvPr id="7" name="Slide Number Placeholder 6"/>
          <p:cNvSpPr>
            <a:spLocks noGrp="1"/>
          </p:cNvSpPr>
          <p:nvPr>
            <p:ph type="sldNum" sz="quarter" idx="12"/>
          </p:nvPr>
        </p:nvSpPr>
        <p:spPr>
          <a:xfrm>
            <a:off x="11292840" y="214858"/>
            <a:ext cx="555948" cy="338328"/>
          </a:xfrm>
        </p:spPr>
        <p:txBody>
          <a:bodyPr/>
          <a:lstStyle/>
          <a:p>
            <a:fld id="{D07F422F-78E4-4668-989B-4B35DD3F18EE}" type="slidenum">
              <a:rPr lang="en-PH" smtClean="0"/>
            </a:fld>
            <a:endParaRPr lang="en-PH"/>
          </a:p>
        </p:txBody>
      </p:sp>
      <p:sp>
        <p:nvSpPr>
          <p:cNvPr id="4" name="Picture Placeholder 3"/>
          <p:cNvSpPr>
            <a:spLocks noGrp="1"/>
          </p:cNvSpPr>
          <p:nvPr>
            <p:ph type="pic" sz="quarter" idx="15" hasCustomPrompt="1"/>
          </p:nvPr>
        </p:nvSpPr>
        <p:spPr>
          <a:xfrm>
            <a:off x="1" y="3017520"/>
            <a:ext cx="3417902" cy="3840480"/>
          </a:xfrm>
          <a:blipFill>
            <a:blip r:embed="rId2">
              <a:alphaModFix amt="65000"/>
            </a:blip>
            <a:stretch>
              <a:fillRect/>
            </a:stretch>
          </a:blipFill>
        </p:spPr>
        <p:txBody>
          <a:bodyPr/>
          <a:lstStyle>
            <a:lvl1pPr>
              <a:defRPr/>
            </a:lvl1pPr>
          </a:lstStyle>
          <a:p>
            <a:r>
              <a:rPr lang="en-US" dirty="0"/>
              <a:t>   </a:t>
            </a:r>
            <a:endParaRPr lang="en-US" dirty="0"/>
          </a:p>
        </p:txBody>
      </p:sp>
      <p:sp>
        <p:nvSpPr>
          <p:cNvPr id="8" name="Content Placeholder 7"/>
          <p:cNvSpPr>
            <a:spLocks noGrp="1"/>
          </p:cNvSpPr>
          <p:nvPr>
            <p:ph sz="quarter" idx="14"/>
          </p:nvPr>
        </p:nvSpPr>
        <p:spPr>
          <a:xfrm>
            <a:off x="4055522" y="1104901"/>
            <a:ext cx="7476571" cy="5333999"/>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pic>
        <p:nvPicPr>
          <p:cNvPr id="6" name="Picture 5" descr="A close up of a colorful background&#10;&#10;AI-generated content may be incorrect."/>
          <p:cNvPicPr>
            <a:picLocks noChangeAspect="1"/>
          </p:cNvPicPr>
          <p:nvPr/>
        </p:nvPicPr>
        <p:blipFill>
          <a:blip r:embed="rId2">
            <a:extLst>
              <a:ext uri="{28A0092B-C50C-407E-A947-70E740481C1C}">
                <a14:useLocalDpi xmlns:a14="http://schemas.microsoft.com/office/drawing/2010/main" val="0"/>
              </a:ext>
            </a:extLst>
          </a:blip>
          <a:srcRect t="17701" r="5781"/>
          <a:stretch>
            <a:fillRect/>
          </a:stretch>
        </p:blipFill>
        <p:spPr>
          <a:xfrm rot="10800000" flipH="1">
            <a:off x="0" y="-1"/>
            <a:ext cx="12192000" cy="6864096"/>
          </a:xfrm>
          <a:prstGeom prst="rect">
            <a:avLst/>
          </a:prstGeom>
        </p:spPr>
      </p:pic>
      <p:sp>
        <p:nvSpPr>
          <p:cNvPr id="9" name="Title 8"/>
          <p:cNvSpPr>
            <a:spLocks noGrp="1"/>
          </p:cNvSpPr>
          <p:nvPr>
            <p:ph type="title"/>
          </p:nvPr>
        </p:nvSpPr>
        <p:spPr>
          <a:xfrm>
            <a:off x="7772400" y="5082379"/>
            <a:ext cx="4000500" cy="1169230"/>
          </a:xfrm>
        </p:spPr>
        <p:txBody>
          <a:bodyPr anchor="b">
            <a:normAutofit/>
          </a:bodyPr>
          <a:lstStyle>
            <a:lvl1pPr>
              <a:defRPr sz="2000" spc="-50" baseline="0"/>
            </a:lvl1pPr>
          </a:lstStyle>
          <a:p>
            <a:r>
              <a:rPr lang="en-US"/>
              <a:t>Click to edit Master title style</a:t>
            </a:r>
            <a:endParaRPr lang="en-US" dirty="0"/>
          </a:p>
        </p:txBody>
      </p:sp>
      <p:sp>
        <p:nvSpPr>
          <p:cNvPr id="4" name="Footer Placeholder 3"/>
          <p:cNvSpPr>
            <a:spLocks noGrp="1"/>
          </p:cNvSpPr>
          <p:nvPr>
            <p:ph type="ftr" sz="quarter" idx="11"/>
          </p:nvPr>
        </p:nvSpPr>
        <p:spPr/>
        <p:txBody>
          <a:bodyPr/>
          <a:lstStyle>
            <a:lvl1pPr>
              <a:defRPr>
                <a:solidFill>
                  <a:schemeClr val="tx1"/>
                </a:solidFill>
              </a:defRPr>
            </a:lvl1pPr>
          </a:lstStyle>
          <a:p>
            <a:endParaRPr lang="en-PH"/>
          </a:p>
        </p:txBody>
      </p:sp>
      <p:sp>
        <p:nvSpPr>
          <p:cNvPr id="3" name="Date Placeholder 2"/>
          <p:cNvSpPr>
            <a:spLocks noGrp="1"/>
          </p:cNvSpPr>
          <p:nvPr>
            <p:ph type="dt" sz="half" idx="10"/>
          </p:nvPr>
        </p:nvSpPr>
        <p:spPr>
          <a:xfrm>
            <a:off x="7772400" y="209088"/>
            <a:ext cx="1970690" cy="338328"/>
          </a:xfrm>
        </p:spPr>
        <p:txBody>
          <a:bodyPr/>
          <a:lstStyle>
            <a:lvl1pPr>
              <a:defRPr>
                <a:solidFill>
                  <a:schemeClr val="tx1"/>
                </a:solidFill>
              </a:defRPr>
            </a:lvl1pPr>
          </a:lstStyle>
          <a:p>
            <a:fld id="{8C761CE8-432F-4AA9-A01D-EA461F4E793E}" type="datetimeFigureOut">
              <a:rPr lang="en-PH" smtClean="0"/>
            </a:fld>
            <a:endParaRPr lang="en-PH"/>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D07F422F-78E4-4668-989B-4B35DD3F18EE}" type="slidenum">
              <a:rPr lang="en-PH" smtClean="0"/>
            </a:fld>
            <a:endParaRPr lang="en-PH"/>
          </a:p>
        </p:txBody>
      </p:sp>
      <p:sp>
        <p:nvSpPr>
          <p:cNvPr id="12" name="Content Placeholder 11"/>
          <p:cNvSpPr>
            <a:spLocks noGrp="1"/>
          </p:cNvSpPr>
          <p:nvPr>
            <p:ph sz="quarter" idx="14" hasCustomPrompt="1"/>
          </p:nvPr>
        </p:nvSpPr>
        <p:spPr>
          <a:xfrm>
            <a:off x="280988" y="1063625"/>
            <a:ext cx="10428287" cy="3508375"/>
          </a:xfrm>
        </p:spPr>
        <p:txBody>
          <a:bodyPr>
            <a:noAutofit/>
          </a:bodyPr>
          <a:lstStyle>
            <a:lvl1pPr>
              <a:lnSpc>
                <a:spcPct val="80000"/>
              </a:lnSpc>
              <a:defRPr sz="26000"/>
            </a:lvl1pPr>
          </a:lstStyle>
          <a:p>
            <a:pPr lvl="0"/>
            <a:r>
              <a:rPr lang="en-US" dirty="0"/>
              <a:t>XX%</a:t>
            </a:r>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pic>
        <p:nvPicPr>
          <p:cNvPr id="6" name="Picture 5" descr="A red and purple light&#10;&#10;AI-generated content may be incorrect."/>
          <p:cNvPicPr>
            <a:picLocks noChangeAspect="1"/>
          </p:cNvPicPr>
          <p:nvPr/>
        </p:nvPicPr>
        <p:blipFill>
          <a:blip r:embed="rId2">
            <a:extLst>
              <a:ext uri="{28A0092B-C50C-407E-A947-70E740481C1C}">
                <a14:useLocalDpi xmlns:a14="http://schemas.microsoft.com/office/drawing/2010/main" val="0"/>
              </a:ext>
            </a:extLst>
          </a:blip>
          <a:srcRect l="7784" t="57458" r="22221" b="1"/>
          <a:stretch>
            <a:fillRect/>
          </a:stretch>
        </p:blipFill>
        <p:spPr>
          <a:xfrm rot="10800000">
            <a:off x="0" y="0"/>
            <a:ext cx="12192000" cy="4802819"/>
          </a:xfrm>
          <a:prstGeom prst="rect">
            <a:avLst/>
          </a:prstGeom>
        </p:spPr>
      </p:pic>
      <p:sp>
        <p:nvSpPr>
          <p:cNvPr id="2" name="Title 1"/>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endParaRPr lang="en-US"/>
          </a:p>
        </p:txBody>
      </p:sp>
      <p:sp>
        <p:nvSpPr>
          <p:cNvPr id="4" name="Footer Placeholder 3"/>
          <p:cNvSpPr>
            <a:spLocks noGrp="1"/>
          </p:cNvSpPr>
          <p:nvPr>
            <p:ph type="ftr" sz="quarter" idx="11"/>
          </p:nvPr>
        </p:nvSpPr>
        <p:spPr/>
        <p:txBody>
          <a:bodyPr/>
          <a:lstStyle>
            <a:lvl1pPr>
              <a:defRPr>
                <a:solidFill>
                  <a:schemeClr val="tx1"/>
                </a:solidFill>
              </a:defRPr>
            </a:lvl1pPr>
          </a:lstStyle>
          <a:p>
            <a:endParaRPr lang="en-PH"/>
          </a:p>
        </p:txBody>
      </p:sp>
      <p:sp>
        <p:nvSpPr>
          <p:cNvPr id="3" name="Date Placeholder 2"/>
          <p:cNvSpPr>
            <a:spLocks noGrp="1"/>
          </p:cNvSpPr>
          <p:nvPr>
            <p:ph type="dt" sz="half" idx="10"/>
          </p:nvPr>
        </p:nvSpPr>
        <p:spPr/>
        <p:txBody>
          <a:bodyPr/>
          <a:lstStyle>
            <a:lvl1pPr>
              <a:defRPr>
                <a:solidFill>
                  <a:schemeClr val="tx1"/>
                </a:solidFill>
              </a:defRPr>
            </a:lvl1pPr>
          </a:lstStyle>
          <a:p>
            <a:fld id="{8C761CE8-432F-4AA9-A01D-EA461F4E793E}" type="datetimeFigureOut">
              <a:rPr lang="en-PH" smtClean="0"/>
            </a:fld>
            <a:endParaRPr lang="en-PH"/>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D07F422F-78E4-4668-989B-4B35DD3F18EE}" type="slidenum">
              <a:rPr lang="en-PH" smtClean="0"/>
            </a:fld>
            <a:endParaRPr lang="en-PH"/>
          </a:p>
        </p:txBody>
      </p:sp>
      <p:sp>
        <p:nvSpPr>
          <p:cNvPr id="7" name="Content Placeholder 6"/>
          <p:cNvSpPr>
            <a:spLocks noGrp="1"/>
          </p:cNvSpPr>
          <p:nvPr>
            <p:ph sz="quarter" idx="13" hasCustomPrompt="1"/>
          </p:nvPr>
        </p:nvSpPr>
        <p:spPr>
          <a:xfrm>
            <a:off x="419099" y="2885606"/>
            <a:ext cx="8801101" cy="3553293"/>
          </a:xfrm>
        </p:spPr>
        <p:txBody>
          <a:bodyPr anchor="b">
            <a:normAutofit/>
          </a:bodyPr>
          <a:lstStyle>
            <a:lvl1pPr marL="0" indent="0">
              <a:lnSpc>
                <a:spcPct val="85000"/>
              </a:lnSpc>
              <a:buNone/>
              <a:defRPr sz="6000" b="0" spc="-50" baseline="0">
                <a:solidFill>
                  <a:schemeClr val="tx1"/>
                </a:solidFill>
              </a:defRPr>
            </a:lvl1pPr>
            <a:lvl2pPr marL="228600" indent="0">
              <a:lnSpc>
                <a:spcPct val="85000"/>
              </a:lnSpc>
              <a:buNone/>
              <a:defRPr sz="4400" b="0" spc="-50" baseline="0">
                <a:solidFill>
                  <a:schemeClr val="tx1"/>
                </a:solidFill>
              </a:defRPr>
            </a:lvl2pPr>
            <a:lvl3pPr marL="457200" indent="0">
              <a:lnSpc>
                <a:spcPct val="85000"/>
              </a:lnSpc>
              <a:buNone/>
              <a:defRPr sz="4000" b="0" spc="-50" baseline="0">
                <a:solidFill>
                  <a:schemeClr val="tx1"/>
                </a:solidFill>
              </a:defRPr>
            </a:lvl3pPr>
            <a:lvl4pPr marL="685800" indent="0">
              <a:lnSpc>
                <a:spcPct val="85000"/>
              </a:lnSpc>
              <a:buNone/>
              <a:defRPr sz="3600" b="0" spc="-50" baseline="0">
                <a:solidFill>
                  <a:schemeClr val="tx1"/>
                </a:solidFill>
              </a:defRPr>
            </a:lvl4pPr>
            <a:lvl5pPr marL="914400" indent="0">
              <a:lnSpc>
                <a:spcPct val="85000"/>
              </a:lnSpc>
              <a:buNone/>
              <a:defRPr sz="3200" b="0" spc="-50" baseline="0">
                <a:solidFill>
                  <a:schemeClr val="tx1"/>
                </a:solidFill>
              </a:defRPr>
            </a:lvl5pPr>
          </a:lstStyle>
          <a:p>
            <a:pPr lvl="0"/>
            <a:r>
              <a:rPr lang="en-US" dirty="0"/>
              <a:t>Click to add Statement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6" name="Picture 5" descr="A close up of a colorful background&#10;&#10;AI-generated content may be incorrect."/>
          <p:cNvPicPr>
            <a:picLocks noChangeAspect="1"/>
          </p:cNvPicPr>
          <p:nvPr/>
        </p:nvPicPr>
        <p:blipFill>
          <a:blip r:embed="rId2">
            <a:extLst>
              <a:ext uri="{28A0092B-C50C-407E-A947-70E740481C1C}">
                <a14:useLocalDpi xmlns:a14="http://schemas.microsoft.com/office/drawing/2010/main" val="0"/>
              </a:ext>
            </a:extLst>
          </a:blip>
          <a:srcRect l="1291" t="22024" r="10011"/>
          <a:stretch>
            <a:fillRect/>
          </a:stretch>
        </p:blipFill>
        <p:spPr>
          <a:xfrm rot="10800000" flipH="1">
            <a:off x="0" y="0"/>
            <a:ext cx="12192000" cy="6864096"/>
          </a:xfrm>
          <a:prstGeom prst="rect">
            <a:avLst/>
          </a:prstGeom>
        </p:spPr>
      </p:pic>
      <p:sp>
        <p:nvSpPr>
          <p:cNvPr id="2" name="Title 1"/>
          <p:cNvSpPr>
            <a:spLocks noGrp="1"/>
          </p:cNvSpPr>
          <p:nvPr>
            <p:ph type="title" hasCustomPrompt="1"/>
          </p:nvPr>
        </p:nvSpPr>
        <p:spPr>
          <a:xfrm>
            <a:off x="1866899" y="4874218"/>
            <a:ext cx="8506567" cy="666427"/>
          </a:xfrm>
        </p:spPr>
        <p:txBody>
          <a:bodyPr anchor="ctr">
            <a:normAutofit/>
          </a:bodyPr>
          <a:lstStyle>
            <a:lvl1pPr algn="r">
              <a:lnSpc>
                <a:spcPct val="90000"/>
              </a:lnSpc>
              <a:defRPr sz="1400" b="0" cap="all" spc="100" baseline="0">
                <a:solidFill>
                  <a:schemeClr val="tx1"/>
                </a:solidFill>
              </a:defRPr>
            </a:lvl1pPr>
          </a:lstStyle>
          <a:p>
            <a:r>
              <a:rPr lang="en-US" dirty="0"/>
              <a:t>Quote Author</a:t>
            </a:r>
            <a:endParaRPr lang="en-US" dirty="0"/>
          </a:p>
        </p:txBody>
      </p:sp>
      <p:sp>
        <p:nvSpPr>
          <p:cNvPr id="4" name="Footer Placeholder 3"/>
          <p:cNvSpPr>
            <a:spLocks noGrp="1"/>
          </p:cNvSpPr>
          <p:nvPr>
            <p:ph type="ftr" sz="quarter" idx="11"/>
          </p:nvPr>
        </p:nvSpPr>
        <p:spPr/>
        <p:txBody>
          <a:bodyPr/>
          <a:lstStyle>
            <a:lvl1pPr>
              <a:defRPr>
                <a:solidFill>
                  <a:schemeClr val="tx1"/>
                </a:solidFill>
              </a:defRPr>
            </a:lvl1pPr>
          </a:lstStyle>
          <a:p>
            <a:endParaRPr lang="en-PH"/>
          </a:p>
        </p:txBody>
      </p:sp>
      <p:sp>
        <p:nvSpPr>
          <p:cNvPr id="3" name="Date Placeholder 2"/>
          <p:cNvSpPr>
            <a:spLocks noGrp="1"/>
          </p:cNvSpPr>
          <p:nvPr>
            <p:ph type="dt" sz="half" idx="10"/>
          </p:nvPr>
        </p:nvSpPr>
        <p:spPr/>
        <p:txBody>
          <a:bodyPr/>
          <a:lstStyle>
            <a:lvl1pPr>
              <a:defRPr>
                <a:solidFill>
                  <a:schemeClr val="tx1"/>
                </a:solidFill>
              </a:defRPr>
            </a:lvl1pPr>
          </a:lstStyle>
          <a:p>
            <a:fld id="{8C761CE8-432F-4AA9-A01D-EA461F4E793E}" type="datetimeFigureOut">
              <a:rPr lang="en-PH" smtClean="0"/>
            </a:fld>
            <a:endParaRPr lang="en-PH"/>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D07F422F-78E4-4668-989B-4B35DD3F18EE}" type="slidenum">
              <a:rPr lang="en-PH" smtClean="0"/>
            </a:fld>
            <a:endParaRPr lang="en-PH"/>
          </a:p>
        </p:txBody>
      </p:sp>
      <p:sp>
        <p:nvSpPr>
          <p:cNvPr id="7" name="Content Placeholder 6"/>
          <p:cNvSpPr>
            <a:spLocks noGrp="1"/>
          </p:cNvSpPr>
          <p:nvPr>
            <p:ph sz="quarter" idx="13" hasCustomPrompt="1"/>
          </p:nvPr>
        </p:nvSpPr>
        <p:spPr>
          <a:xfrm>
            <a:off x="1866899" y="1856096"/>
            <a:ext cx="8506567" cy="2855388"/>
          </a:xfrm>
        </p:spPr>
        <p:txBody>
          <a:bodyPr anchor="ctr">
            <a:normAutofit/>
          </a:bodyPr>
          <a:lstStyle>
            <a:lvl1pPr marL="164465" indent="-164465">
              <a:lnSpc>
                <a:spcPct val="90000"/>
              </a:lnSpc>
              <a:spcBef>
                <a:spcPts val="0"/>
              </a:spcBef>
              <a:buFont typeface="Arial" panose="020B0604020202020204" pitchFamily="34" charset="0"/>
              <a:buNone/>
              <a:defRPr sz="5000" spc="-50" baseline="0">
                <a:solidFill>
                  <a:schemeClr val="tx1"/>
                </a:solidFill>
              </a:defRPr>
            </a:lvl1pPr>
          </a:lstStyle>
          <a:p>
            <a:pPr lvl="0"/>
            <a:r>
              <a:rPr lang="en-US" dirty="0"/>
              <a:t>Click to add Quote</a:t>
            </a:r>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19100" y="1115568"/>
            <a:ext cx="8382000" cy="701657"/>
          </a:xfrm>
        </p:spPr>
        <p:txBody>
          <a:bodyPr/>
          <a:lstStyle>
            <a:lvl1pPr>
              <a:defRPr>
                <a:solidFill>
                  <a:schemeClr val="tx1"/>
                </a:solidFill>
              </a:defRPr>
            </a:lvl1pPr>
          </a:lstStyle>
          <a:p>
            <a:r>
              <a:rPr lang="en-US"/>
              <a:t>Click to edit Master title style</a:t>
            </a:r>
            <a:endParaRPr lang="en-US" dirty="0"/>
          </a:p>
        </p:txBody>
      </p:sp>
      <p:sp>
        <p:nvSpPr>
          <p:cNvPr id="6" name="Footer Placeholder 5"/>
          <p:cNvSpPr>
            <a:spLocks noGrp="1"/>
          </p:cNvSpPr>
          <p:nvPr>
            <p:ph type="ftr" sz="quarter" idx="11"/>
          </p:nvPr>
        </p:nvSpPr>
        <p:spPr/>
        <p:txBody>
          <a:bodyPr/>
          <a:lstStyle>
            <a:lvl1pPr>
              <a:defRPr>
                <a:solidFill>
                  <a:schemeClr val="tx1"/>
                </a:solidFill>
              </a:defRPr>
            </a:lvl1pPr>
          </a:lstStyle>
          <a:p>
            <a:endParaRPr lang="en-PH"/>
          </a:p>
        </p:txBody>
      </p:sp>
      <p:sp>
        <p:nvSpPr>
          <p:cNvPr id="5" name="Date Placeholder 4"/>
          <p:cNvSpPr>
            <a:spLocks noGrp="1"/>
          </p:cNvSpPr>
          <p:nvPr>
            <p:ph type="dt" sz="half" idx="10"/>
          </p:nvPr>
        </p:nvSpPr>
        <p:spPr/>
        <p:txBody>
          <a:bodyPr/>
          <a:lstStyle>
            <a:lvl1pPr>
              <a:defRPr>
                <a:solidFill>
                  <a:schemeClr val="tx1"/>
                </a:solidFill>
              </a:defRPr>
            </a:lvl1pPr>
          </a:lstStyle>
          <a:p>
            <a:fld id="{8C761CE8-432F-4AA9-A01D-EA461F4E793E}" type="datetimeFigureOut">
              <a:rPr lang="en-PH" smtClean="0"/>
            </a:fld>
            <a:endParaRPr lang="en-PH"/>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D07F422F-78E4-4668-989B-4B35DD3F18EE}" type="slidenum">
              <a:rPr lang="en-PH" smtClean="0"/>
            </a:fld>
            <a:endParaRPr lang="en-PH"/>
          </a:p>
        </p:txBody>
      </p:sp>
      <p:sp>
        <p:nvSpPr>
          <p:cNvPr id="4" name="Content Placeholder 3"/>
          <p:cNvSpPr>
            <a:spLocks noGrp="1"/>
          </p:cNvSpPr>
          <p:nvPr>
            <p:ph sz="quarter" idx="15"/>
          </p:nvPr>
        </p:nvSpPr>
        <p:spPr>
          <a:xfrm>
            <a:off x="431800"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8" name="Content Placeholder 3"/>
          <p:cNvSpPr>
            <a:spLocks noGrp="1"/>
          </p:cNvSpPr>
          <p:nvPr>
            <p:ph sz="quarter" idx="16"/>
          </p:nvPr>
        </p:nvSpPr>
        <p:spPr>
          <a:xfrm>
            <a:off x="5878824"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18655" y="932098"/>
            <a:ext cx="10835539" cy="704088"/>
          </a:xfrm>
        </p:spPr>
        <p:txBody>
          <a:bodyPr/>
          <a:lstStyle>
            <a:lvl1pPr>
              <a:defRPr>
                <a:solidFill>
                  <a:schemeClr val="tx1"/>
                </a:solidFill>
              </a:defRPr>
            </a:lvl1pPr>
          </a:lstStyle>
          <a:p>
            <a:r>
              <a:rPr lang="en-US"/>
              <a:t>Click to edit Master title style</a:t>
            </a:r>
            <a:endParaRPr lang="en-US" dirty="0"/>
          </a:p>
        </p:txBody>
      </p:sp>
      <p:sp>
        <p:nvSpPr>
          <p:cNvPr id="8" name="Footer Placeholder 7"/>
          <p:cNvSpPr>
            <a:spLocks noGrp="1"/>
          </p:cNvSpPr>
          <p:nvPr>
            <p:ph type="ftr" sz="quarter" idx="11"/>
          </p:nvPr>
        </p:nvSpPr>
        <p:spPr/>
        <p:txBody>
          <a:bodyPr/>
          <a:lstStyle>
            <a:lvl1pPr>
              <a:defRPr>
                <a:solidFill>
                  <a:schemeClr val="tx1"/>
                </a:solidFill>
              </a:defRPr>
            </a:lvl1pPr>
          </a:lstStyle>
          <a:p>
            <a:endParaRPr lang="en-PH"/>
          </a:p>
        </p:txBody>
      </p:sp>
      <p:sp>
        <p:nvSpPr>
          <p:cNvPr id="7" name="Date Placeholder 6"/>
          <p:cNvSpPr>
            <a:spLocks noGrp="1"/>
          </p:cNvSpPr>
          <p:nvPr>
            <p:ph type="dt" sz="half" idx="10"/>
          </p:nvPr>
        </p:nvSpPr>
        <p:spPr>
          <a:xfrm>
            <a:off x="8801100" y="214858"/>
            <a:ext cx="1920240" cy="338328"/>
          </a:xfrm>
        </p:spPr>
        <p:txBody>
          <a:bodyPr/>
          <a:lstStyle>
            <a:lvl1pPr>
              <a:defRPr>
                <a:solidFill>
                  <a:schemeClr val="tx1"/>
                </a:solidFill>
              </a:defRPr>
            </a:lvl1pPr>
          </a:lstStyle>
          <a:p>
            <a:fld id="{8C761CE8-432F-4AA9-A01D-EA461F4E793E}" type="datetimeFigureOut">
              <a:rPr lang="en-PH" smtClean="0"/>
            </a:fld>
            <a:endParaRPr lang="en-PH"/>
          </a:p>
        </p:txBody>
      </p:sp>
      <p:sp>
        <p:nvSpPr>
          <p:cNvPr id="9" name="Slide Number Placeholder 8"/>
          <p:cNvSpPr>
            <a:spLocks noGrp="1"/>
          </p:cNvSpPr>
          <p:nvPr>
            <p:ph type="sldNum" sz="quarter" idx="12"/>
          </p:nvPr>
        </p:nvSpPr>
        <p:spPr/>
        <p:txBody>
          <a:bodyPr/>
          <a:lstStyle>
            <a:lvl1pPr>
              <a:defRPr>
                <a:solidFill>
                  <a:schemeClr val="tx1"/>
                </a:solidFill>
              </a:defRPr>
            </a:lvl1pPr>
          </a:lstStyle>
          <a:p>
            <a:fld id="{D07F422F-78E4-4668-989B-4B35DD3F18EE}" type="slidenum">
              <a:rPr lang="en-PH" smtClean="0"/>
            </a:fld>
            <a:endParaRPr lang="en-PH"/>
          </a:p>
        </p:txBody>
      </p:sp>
      <p:sp>
        <p:nvSpPr>
          <p:cNvPr id="3" name="Text Placeholder 2"/>
          <p:cNvSpPr>
            <a:spLocks noGrp="1"/>
          </p:cNvSpPr>
          <p:nvPr>
            <p:ph type="body" idx="1"/>
          </p:nvPr>
        </p:nvSpPr>
        <p:spPr>
          <a:xfrm>
            <a:off x="418654" y="1675614"/>
            <a:ext cx="4913919"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quarter" idx="15"/>
          </p:nvPr>
        </p:nvSpPr>
        <p:spPr>
          <a:xfrm>
            <a:off x="431800" y="2285022"/>
            <a:ext cx="4900773"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286500" y="1675614"/>
            <a:ext cx="4967694"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3"/>
          <p:cNvSpPr>
            <a:spLocks noGrp="1"/>
          </p:cNvSpPr>
          <p:nvPr>
            <p:ph sz="quarter" idx="16"/>
          </p:nvPr>
        </p:nvSpPr>
        <p:spPr>
          <a:xfrm>
            <a:off x="6279401" y="2285022"/>
            <a:ext cx="4982762"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20791" y="1113510"/>
            <a:ext cx="8380309" cy="876193"/>
          </a:xfrm>
        </p:spPr>
        <p:txBody>
          <a:bodyPr/>
          <a:lstStyle>
            <a:lvl1pPr>
              <a:defRPr>
                <a:solidFill>
                  <a:schemeClr val="tx1"/>
                </a:solidFill>
              </a:defRPr>
            </a:lvl1pPr>
          </a:lstStyle>
          <a:p>
            <a:r>
              <a:rPr lang="en-US"/>
              <a:t>Click to edit Master title style</a:t>
            </a:r>
            <a:endParaRPr lang="en-US" dirty="0"/>
          </a:p>
        </p:txBody>
      </p:sp>
      <p:sp>
        <p:nvSpPr>
          <p:cNvPr id="4" name="Footer Placeholder 3"/>
          <p:cNvSpPr>
            <a:spLocks noGrp="1"/>
          </p:cNvSpPr>
          <p:nvPr>
            <p:ph type="ftr" sz="quarter" idx="11"/>
          </p:nvPr>
        </p:nvSpPr>
        <p:spPr/>
        <p:txBody>
          <a:bodyPr/>
          <a:lstStyle>
            <a:lvl1pPr>
              <a:defRPr>
                <a:solidFill>
                  <a:schemeClr val="tx1"/>
                </a:solidFill>
              </a:defRPr>
            </a:lvl1pPr>
          </a:lstStyle>
          <a:p>
            <a:endParaRPr lang="en-PH"/>
          </a:p>
        </p:txBody>
      </p:sp>
      <p:sp>
        <p:nvSpPr>
          <p:cNvPr id="3" name="Date Placeholder 2"/>
          <p:cNvSpPr>
            <a:spLocks noGrp="1"/>
          </p:cNvSpPr>
          <p:nvPr>
            <p:ph type="dt" sz="half" idx="10"/>
          </p:nvPr>
        </p:nvSpPr>
        <p:spPr/>
        <p:txBody>
          <a:bodyPr/>
          <a:lstStyle>
            <a:lvl1pPr>
              <a:defRPr>
                <a:solidFill>
                  <a:schemeClr val="tx1"/>
                </a:solidFill>
              </a:defRPr>
            </a:lvl1pPr>
          </a:lstStyle>
          <a:p>
            <a:fld id="{8C761CE8-432F-4AA9-A01D-EA461F4E793E}" type="datetimeFigureOut">
              <a:rPr lang="en-PH" smtClean="0"/>
            </a:fld>
            <a:endParaRPr lang="en-PH"/>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D07F422F-78E4-4668-989B-4B35DD3F18EE}" type="slidenum">
              <a:rPr lang="en-PH" smtClean="0"/>
            </a:fld>
            <a:endParaRPr lang="en-PH"/>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lvl1pPr>
              <a:defRPr>
                <a:solidFill>
                  <a:schemeClr val="tx1"/>
                </a:solidFill>
              </a:defRPr>
            </a:lvl1pPr>
          </a:lstStyle>
          <a:p>
            <a:endParaRPr lang="en-PH"/>
          </a:p>
        </p:txBody>
      </p:sp>
      <p:sp>
        <p:nvSpPr>
          <p:cNvPr id="2" name="Date Placeholder 1"/>
          <p:cNvSpPr>
            <a:spLocks noGrp="1"/>
          </p:cNvSpPr>
          <p:nvPr>
            <p:ph type="dt" sz="half" idx="10"/>
          </p:nvPr>
        </p:nvSpPr>
        <p:spPr/>
        <p:txBody>
          <a:bodyPr/>
          <a:lstStyle>
            <a:lvl1pPr>
              <a:defRPr>
                <a:solidFill>
                  <a:schemeClr val="tx1"/>
                </a:solidFill>
              </a:defRPr>
            </a:lvl1pPr>
          </a:lstStyle>
          <a:p>
            <a:fld id="{8C761CE8-432F-4AA9-A01D-EA461F4E793E}" type="datetimeFigureOut">
              <a:rPr lang="en-PH" smtClean="0"/>
            </a:fld>
            <a:endParaRPr lang="en-PH"/>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D07F422F-78E4-4668-989B-4B35DD3F18EE}" type="slidenum">
              <a:rPr lang="en-PH" smtClean="0"/>
            </a:fld>
            <a:endParaRPr lang="en-PH"/>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pic>
        <p:nvPicPr>
          <p:cNvPr id="7" name="Picture 6" descr="A red and purple light&#10;&#10;AI-generated content may be incorrect."/>
          <p:cNvPicPr>
            <a:picLocks noChangeAspect="1"/>
          </p:cNvPicPr>
          <p:nvPr/>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2" name="Title 1"/>
          <p:cNvSpPr>
            <a:spLocks noGrp="1"/>
          </p:cNvSpPr>
          <p:nvPr>
            <p:ph type="title"/>
          </p:nvPr>
        </p:nvSpPr>
        <p:spPr>
          <a:xfrm>
            <a:off x="432393" y="758952"/>
            <a:ext cx="7609668" cy="1734866"/>
          </a:xfrm>
        </p:spPr>
        <p:txBody>
          <a:bodyPr anchor="t">
            <a:noAutofit/>
          </a:bodyPr>
          <a:lstStyle>
            <a:lvl1pPr>
              <a:defRPr sz="7200">
                <a:solidFill>
                  <a:schemeClr val="tx1"/>
                </a:solidFill>
              </a:defRPr>
            </a:lvl1pPr>
          </a:lstStyle>
          <a:p>
            <a:r>
              <a:rPr lang="en-US"/>
              <a:t>Click to edit Master title style</a:t>
            </a:r>
            <a:endParaRPr lang="en-US"/>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PH"/>
          </a:p>
        </p:txBody>
      </p:sp>
      <p:sp>
        <p:nvSpPr>
          <p:cNvPr id="4" name="Date Placeholder 3"/>
          <p:cNvSpPr>
            <a:spLocks noGrp="1"/>
          </p:cNvSpPr>
          <p:nvPr>
            <p:ph type="dt" sz="half" idx="10"/>
          </p:nvPr>
        </p:nvSpPr>
        <p:spPr/>
        <p:txBody>
          <a:bodyPr/>
          <a:lstStyle>
            <a:lvl1pPr>
              <a:defRPr>
                <a:solidFill>
                  <a:schemeClr val="tx1"/>
                </a:solidFill>
              </a:defRPr>
            </a:lvl1pPr>
          </a:lstStyle>
          <a:p>
            <a:fld id="{8C761CE8-432F-4AA9-A01D-EA461F4E793E}" type="datetimeFigureOut">
              <a:rPr lang="en-PH" smtClean="0"/>
            </a:fld>
            <a:endParaRPr lang="en-PH"/>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D07F422F-78E4-4668-989B-4B35DD3F18EE}" type="slidenum">
              <a:rPr lang="en-PH" smtClean="0"/>
            </a:fld>
            <a:endParaRPr lang="en-PH"/>
          </a:p>
        </p:txBody>
      </p:sp>
      <p:sp>
        <p:nvSpPr>
          <p:cNvPr id="8" name="Content Placeholder 7"/>
          <p:cNvSpPr>
            <a:spLocks noGrp="1"/>
          </p:cNvSpPr>
          <p:nvPr>
            <p:ph sz="quarter" idx="13"/>
          </p:nvPr>
        </p:nvSpPr>
        <p:spPr>
          <a:xfrm>
            <a:off x="419100" y="2705101"/>
            <a:ext cx="8801100" cy="2947550"/>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pic>
        <p:nvPicPr>
          <p:cNvPr id="3" name="Picture 2" descr="A red and purple light&#10;&#10;AI-generated content may be incorrect."/>
          <p:cNvPicPr>
            <a:picLocks noChangeAspect="1"/>
          </p:cNvPicPr>
          <p:nvPr/>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9" name="Title 8"/>
          <p:cNvSpPr>
            <a:spLocks noGrp="1"/>
          </p:cNvSpPr>
          <p:nvPr>
            <p:ph type="title"/>
          </p:nvPr>
        </p:nvSpPr>
        <p:spPr>
          <a:xfrm>
            <a:off x="420792" y="2704772"/>
            <a:ext cx="5465660" cy="2733384"/>
          </a:xfrm>
        </p:spPr>
        <p:txBody>
          <a:bodyPr/>
          <a:lstStyle>
            <a:lvl1pPr>
              <a:defRPr sz="7200">
                <a:solidFill>
                  <a:schemeClr val="tx1"/>
                </a:solidFill>
              </a:defRPr>
            </a:lvl1pPr>
          </a:lstStyle>
          <a:p>
            <a:r>
              <a:rPr lang="en-US"/>
              <a:t>Click to edit Master title style</a:t>
            </a:r>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PH"/>
          </a:p>
        </p:txBody>
      </p:sp>
      <p:sp>
        <p:nvSpPr>
          <p:cNvPr id="4" name="Date Placeholder 3"/>
          <p:cNvSpPr>
            <a:spLocks noGrp="1"/>
          </p:cNvSpPr>
          <p:nvPr>
            <p:ph type="dt" sz="half" idx="10"/>
          </p:nvPr>
        </p:nvSpPr>
        <p:spPr/>
        <p:txBody>
          <a:bodyPr/>
          <a:lstStyle>
            <a:lvl1pPr>
              <a:defRPr>
                <a:solidFill>
                  <a:schemeClr val="tx1"/>
                </a:solidFill>
              </a:defRPr>
            </a:lvl1pPr>
          </a:lstStyle>
          <a:p>
            <a:fld id="{8C761CE8-432F-4AA9-A01D-EA461F4E793E}" type="datetimeFigureOut">
              <a:rPr lang="en-PH" smtClean="0"/>
            </a:fld>
            <a:endParaRPr lang="en-PH"/>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D07F422F-78E4-4668-989B-4B35DD3F18EE}" type="slidenum">
              <a:rPr lang="en-PH" smtClean="0"/>
            </a:fld>
            <a:endParaRPr lang="en-PH"/>
          </a:p>
        </p:txBody>
      </p:sp>
      <p:sp>
        <p:nvSpPr>
          <p:cNvPr id="12" name="Content Placeholder 11"/>
          <p:cNvSpPr>
            <a:spLocks noGrp="1"/>
          </p:cNvSpPr>
          <p:nvPr>
            <p:ph sz="quarter" idx="15"/>
          </p:nvPr>
        </p:nvSpPr>
        <p:spPr>
          <a:xfrm>
            <a:off x="6305550" y="2705100"/>
            <a:ext cx="4410075" cy="15621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8" Type="http://schemas.openxmlformats.org/officeDocument/2006/relationships/theme" Target="../theme/theme1.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20791" y="1113510"/>
            <a:ext cx="9942409" cy="876193"/>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429417" y="2133600"/>
            <a:ext cx="9942409" cy="43053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Footer Placeholder 4"/>
          <p:cNvSpPr>
            <a:spLocks noGrp="1"/>
          </p:cNvSpPr>
          <p:nvPr>
            <p:ph type="ftr" sz="quarter" idx="3"/>
          </p:nvPr>
        </p:nvSpPr>
        <p:spPr>
          <a:xfrm>
            <a:off x="432393" y="214858"/>
            <a:ext cx="2726376" cy="338328"/>
          </a:xfrm>
          <a:prstGeom prst="rect">
            <a:avLst/>
          </a:prstGeom>
        </p:spPr>
        <p:txBody>
          <a:bodyPr vert="horz" lIns="91440" tIns="45720" rIns="91440" bIns="45720" rtlCol="0" anchor="ctr"/>
          <a:lstStyle>
            <a:lvl1pPr algn="l" rtl="0">
              <a:defRPr sz="700" cap="all" baseline="0">
                <a:solidFill>
                  <a:schemeClr val="tx1"/>
                </a:solidFill>
              </a:defRPr>
            </a:lvl1pPr>
          </a:lstStyle>
          <a:p>
            <a:endParaRPr lang="en-PH"/>
          </a:p>
        </p:txBody>
      </p:sp>
      <p:sp>
        <p:nvSpPr>
          <p:cNvPr id="4" name="Date Placeholder 3"/>
          <p:cNvSpPr>
            <a:spLocks noGrp="1"/>
          </p:cNvSpPr>
          <p:nvPr>
            <p:ph type="dt" sz="half" idx="2"/>
          </p:nvPr>
        </p:nvSpPr>
        <p:spPr>
          <a:xfrm>
            <a:off x="8801100" y="214858"/>
            <a:ext cx="1920240" cy="338328"/>
          </a:xfrm>
          <a:prstGeom prst="rect">
            <a:avLst/>
          </a:prstGeom>
        </p:spPr>
        <p:txBody>
          <a:bodyPr vert="horz" lIns="91440" tIns="45720" rIns="91440" bIns="45720" rtlCol="0" anchor="ctr"/>
          <a:lstStyle>
            <a:lvl1pPr algn="l" rtl="0">
              <a:defRPr sz="700" cap="all" baseline="0">
                <a:solidFill>
                  <a:schemeClr val="tx1"/>
                </a:solidFill>
              </a:defRPr>
            </a:lvl1pPr>
          </a:lstStyle>
          <a:p>
            <a:fld id="{8C761CE8-432F-4AA9-A01D-EA461F4E793E}" type="datetimeFigureOut">
              <a:rPr lang="en-PH" smtClean="0"/>
            </a:fld>
            <a:endParaRPr lang="en-PH"/>
          </a:p>
        </p:txBody>
      </p:sp>
      <p:sp>
        <p:nvSpPr>
          <p:cNvPr id="6" name="Slide Number Placeholder 5"/>
          <p:cNvSpPr>
            <a:spLocks noGrp="1"/>
          </p:cNvSpPr>
          <p:nvPr>
            <p:ph type="sldNum" sz="quarter" idx="4"/>
          </p:nvPr>
        </p:nvSpPr>
        <p:spPr>
          <a:xfrm>
            <a:off x="11291657" y="214858"/>
            <a:ext cx="555948" cy="338328"/>
          </a:xfrm>
          <a:prstGeom prst="rect">
            <a:avLst/>
          </a:prstGeom>
        </p:spPr>
        <p:txBody>
          <a:bodyPr vert="horz" lIns="91440" tIns="45720" rIns="91440" bIns="45720" rtlCol="0" anchor="ctr"/>
          <a:lstStyle>
            <a:lvl1pPr algn="r" rtl="0">
              <a:defRPr sz="700" cap="all" baseline="0">
                <a:solidFill>
                  <a:schemeClr val="tx1"/>
                </a:solidFill>
              </a:defRPr>
            </a:lvl1pPr>
          </a:lstStyle>
          <a:p>
            <a:fld id="{D07F422F-78E4-4668-989B-4B35DD3F18EE}" type="slidenum">
              <a:rPr lang="en-PH" smtClean="0"/>
            </a:fld>
            <a:endParaRPr lang="en-PH"/>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Lst>
  <p:txStyles>
    <p:titleStyle>
      <a:lvl1pPr algn="l" defTabSz="914400" rtl="0" eaLnBrk="1" latinLnBrk="0" hangingPunct="1">
        <a:lnSpc>
          <a:spcPct val="85000"/>
        </a:lnSpc>
        <a:spcBef>
          <a:spcPct val="0"/>
        </a:spcBef>
        <a:buNone/>
        <a:defRPr sz="3000" b="0" kern="1200" spc="-11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76045" y="1613141"/>
            <a:ext cx="11438627" cy="1664897"/>
          </a:xfrm>
        </p:spPr>
        <p:txBody>
          <a:bodyPr>
            <a:normAutofit fontScale="90000"/>
          </a:bodyPr>
          <a:lstStyle/>
          <a:p>
            <a:r>
              <a:rPr lang="en-PH" b="1" dirty="0">
                <a:latin typeface="Times New Roman" panose="02020603050405020304" pitchFamily="18" charset="0"/>
                <a:cs typeface="Times New Roman" panose="02020603050405020304" pitchFamily="18" charset="0"/>
              </a:rPr>
              <a:t>TAYABASCARE: PRESCRIPTIVE ESTABLISHMENT VIOLATIONS USING HISTORICAL INSPECTION DATA FOR CITY HEALTH OFFICE OF TAYABAS CITY</a:t>
            </a:r>
            <a:br>
              <a:rPr lang="en-PH" dirty="0">
                <a:latin typeface="Times New Roman" panose="02020603050405020304" pitchFamily="18" charset="0"/>
                <a:cs typeface="Times New Roman" panose="02020603050405020304" pitchFamily="18" charset="0"/>
              </a:rPr>
            </a:br>
            <a:endParaRPr lang="en-PH"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63903" y="3761118"/>
            <a:ext cx="9962232" cy="2450320"/>
          </a:xfrm>
        </p:spPr>
        <p:txBody>
          <a:bodyPr/>
          <a:lstStyle/>
          <a:p>
            <a:r>
              <a:rPr lang="en-PH" sz="2400" dirty="0">
                <a:latin typeface="Times New Roman" panose="02020603050405020304" pitchFamily="18" charset="0"/>
                <a:cs typeface="Times New Roman" panose="02020603050405020304" pitchFamily="18" charset="0"/>
              </a:rPr>
              <a:t>Aeron James P. Fontanilla                           Christian </a:t>
            </a:r>
            <a:r>
              <a:rPr lang="en-PH" sz="2400" dirty="0" err="1">
                <a:latin typeface="Times New Roman" panose="02020603050405020304" pitchFamily="18" charset="0"/>
                <a:cs typeface="Times New Roman" panose="02020603050405020304" pitchFamily="18" charset="0"/>
              </a:rPr>
              <a:t>Nemesius</a:t>
            </a:r>
            <a:r>
              <a:rPr lang="en-PH" sz="2400" dirty="0">
                <a:latin typeface="Times New Roman" panose="02020603050405020304" pitchFamily="18" charset="0"/>
                <a:cs typeface="Times New Roman" panose="02020603050405020304" pitchFamily="18" charset="0"/>
              </a:rPr>
              <a:t> Cedeno Reyes</a:t>
            </a:r>
            <a:endParaRPr lang="en-PH" sz="2400" dirty="0">
              <a:latin typeface="Times New Roman" panose="02020603050405020304" pitchFamily="18" charset="0"/>
              <a:cs typeface="Times New Roman" panose="02020603050405020304" pitchFamily="18" charset="0"/>
            </a:endParaRPr>
          </a:p>
          <a:p>
            <a:r>
              <a:rPr lang="en-PH" sz="2400" dirty="0">
                <a:latin typeface="Times New Roman" panose="02020603050405020304" pitchFamily="18" charset="0"/>
                <a:cs typeface="Times New Roman" panose="02020603050405020304" pitchFamily="18" charset="0"/>
              </a:rPr>
              <a:t>Charlie Mercado                                            Kurt Panaligan</a:t>
            </a:r>
            <a:endParaRPr lang="en-PH"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81155" y="301924"/>
            <a:ext cx="10386204" cy="5293757"/>
          </a:xfrm>
          <a:prstGeom prst="rect">
            <a:avLst/>
          </a:prstGeom>
          <a:noFill/>
        </p:spPr>
        <p:txBody>
          <a:bodyPr wrap="square" rtlCol="0">
            <a:spAutoFit/>
          </a:bodyPr>
          <a:lstStyle/>
          <a:p>
            <a:r>
              <a:rPr lang="en-PH" sz="3200" dirty="0">
                <a:latin typeface="Times New Roman" panose="02020603050405020304" pitchFamily="18" charset="0"/>
                <a:cs typeface="Times New Roman" panose="02020603050405020304" pitchFamily="18" charset="0"/>
              </a:rPr>
              <a:t>AGENDA</a:t>
            </a:r>
            <a:endParaRPr lang="en-PH" sz="3200" dirty="0">
              <a:latin typeface="Times New Roman" panose="02020603050405020304" pitchFamily="18" charset="0"/>
              <a:cs typeface="Times New Roman" panose="02020603050405020304" pitchFamily="18" charset="0"/>
            </a:endParaRPr>
          </a:p>
          <a:p>
            <a:endParaRPr lang="en-PH" sz="3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PH" sz="3200" dirty="0">
                <a:latin typeface="Times New Roman" panose="02020603050405020304" pitchFamily="18" charset="0"/>
                <a:cs typeface="Times New Roman" panose="02020603050405020304" pitchFamily="18" charset="0"/>
              </a:rPr>
              <a:t>Introduction</a:t>
            </a:r>
            <a:endParaRPr lang="en-PH" sz="3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PH" sz="3200" dirty="0">
                <a:latin typeface="Times New Roman" panose="02020603050405020304" pitchFamily="18" charset="0"/>
                <a:cs typeface="Times New Roman" panose="02020603050405020304" pitchFamily="18" charset="0"/>
              </a:rPr>
              <a:t>Background of the problem</a:t>
            </a:r>
            <a:endParaRPr lang="en-PH" sz="3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PH" sz="3200" dirty="0">
                <a:latin typeface="Times New Roman" panose="02020603050405020304" pitchFamily="18" charset="0"/>
                <a:cs typeface="Times New Roman" panose="02020603050405020304" pitchFamily="18" charset="0"/>
              </a:rPr>
              <a:t>Objectives</a:t>
            </a:r>
            <a:endParaRPr lang="en-PH" sz="3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PH" sz="3200" dirty="0">
                <a:latin typeface="Times New Roman" panose="02020603050405020304" pitchFamily="18" charset="0"/>
                <a:cs typeface="Times New Roman" panose="02020603050405020304" pitchFamily="18" charset="0"/>
              </a:rPr>
              <a:t>Scope and Limitations</a:t>
            </a:r>
            <a:endParaRPr lang="en-PH" sz="3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PH" sz="3200" dirty="0">
                <a:latin typeface="Times New Roman" panose="02020603050405020304" pitchFamily="18" charset="0"/>
                <a:cs typeface="Times New Roman" panose="02020603050405020304" pitchFamily="18" charset="0"/>
              </a:rPr>
              <a:t>Technology used </a:t>
            </a:r>
            <a:endParaRPr lang="en-PH" sz="3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PH" sz="3200" dirty="0">
                <a:latin typeface="Times New Roman" panose="02020603050405020304" pitchFamily="18" charset="0"/>
                <a:cs typeface="Times New Roman" panose="02020603050405020304" pitchFamily="18" charset="0"/>
              </a:rPr>
              <a:t>Methodology</a:t>
            </a:r>
            <a:endParaRPr lang="en-PH" sz="3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PH" sz="3200" dirty="0">
                <a:latin typeface="Times New Roman" panose="02020603050405020304" pitchFamily="18" charset="0"/>
                <a:cs typeface="Times New Roman" panose="02020603050405020304" pitchFamily="18" charset="0"/>
              </a:rPr>
              <a:t>Result and Discussion</a:t>
            </a:r>
            <a:endParaRPr lang="en-PH" sz="3200" dirty="0">
              <a:latin typeface="Times New Roman" panose="02020603050405020304" pitchFamily="18" charset="0"/>
              <a:cs typeface="Times New Roman" panose="02020603050405020304" pitchFamily="18" charset="0"/>
            </a:endParaRPr>
          </a:p>
          <a:p>
            <a:endParaRPr lang="en-PH" sz="3200" dirty="0">
              <a:latin typeface="Times New Roman" panose="02020603050405020304" pitchFamily="18" charset="0"/>
              <a:cs typeface="Times New Roman" panose="02020603050405020304" pitchFamily="18" charset="0"/>
            </a:endParaRPr>
          </a:p>
          <a:p>
            <a:endParaRPr lang="en-PH"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515" y="207737"/>
            <a:ext cx="10275964" cy="3221263"/>
          </a:xfrm>
        </p:spPr>
        <p:txBody>
          <a:bodyPr>
            <a:normAutofit/>
          </a:bodyPr>
          <a:lstStyle/>
          <a:p>
            <a:r>
              <a:rPr lang="en-PH" sz="2220" dirty="0">
                <a:latin typeface="Times New Roman" panose="02020603050405020304" pitchFamily="18" charset="0"/>
                <a:cs typeface="Times New Roman" panose="02020603050405020304" pitchFamily="18" charset="0"/>
              </a:rPr>
              <a:t>INTRODUCTION</a:t>
            </a:r>
            <a:br>
              <a:rPr lang="en-PH" sz="2220" dirty="0">
                <a:latin typeface="Times New Roman" panose="02020603050405020304" pitchFamily="18" charset="0"/>
                <a:cs typeface="Times New Roman" panose="02020603050405020304" pitchFamily="18" charset="0"/>
              </a:rPr>
            </a:br>
            <a:br>
              <a:rPr lang="en-PH" sz="2220" dirty="0">
                <a:latin typeface="Times New Roman" panose="02020603050405020304" pitchFamily="18" charset="0"/>
                <a:cs typeface="Times New Roman" panose="02020603050405020304" pitchFamily="18" charset="0"/>
              </a:rPr>
            </a:br>
            <a:r>
              <a:rPr lang="en-PH" sz="2220" dirty="0" err="1">
                <a:latin typeface="Times New Roman" panose="02020603050405020304" pitchFamily="18" charset="0"/>
                <a:cs typeface="Times New Roman" panose="02020603050405020304" pitchFamily="18" charset="0"/>
              </a:rPr>
              <a:t>TayabasCare</a:t>
            </a:r>
            <a:r>
              <a:rPr lang="en-PH" sz="2220" dirty="0">
                <a:latin typeface="Times New Roman" panose="02020603050405020304" pitchFamily="18" charset="0"/>
                <a:cs typeface="Times New Roman" panose="02020603050405020304" pitchFamily="18" charset="0"/>
              </a:rPr>
              <a:t> is prescriptive establishment violations using </a:t>
            </a:r>
            <a:r>
              <a:rPr lang="en-PH" sz="2220" dirty="0" err="1">
                <a:latin typeface="Times New Roman" panose="02020603050405020304" pitchFamily="18" charset="0"/>
                <a:cs typeface="Times New Roman" panose="02020603050405020304" pitchFamily="18" charset="0"/>
              </a:rPr>
              <a:t>historial</a:t>
            </a:r>
            <a:r>
              <a:rPr lang="en-PH" sz="2220" dirty="0">
                <a:latin typeface="Times New Roman" panose="02020603050405020304" pitchFamily="18" charset="0"/>
                <a:cs typeface="Times New Roman" panose="02020603050405020304" pitchFamily="18" charset="0"/>
              </a:rPr>
              <a:t> inspection data is to developed for the City Health Office of </a:t>
            </a:r>
            <a:r>
              <a:rPr lang="en-PH" sz="2220" dirty="0" err="1">
                <a:latin typeface="Times New Roman" panose="02020603050405020304" pitchFamily="18" charset="0"/>
                <a:cs typeface="Times New Roman" panose="02020603050405020304" pitchFamily="18" charset="0"/>
              </a:rPr>
              <a:t>Tayabas</a:t>
            </a:r>
            <a:r>
              <a:rPr lang="en-PH" sz="2220" dirty="0">
                <a:latin typeface="Times New Roman" panose="02020603050405020304" pitchFamily="18" charset="0"/>
                <a:cs typeface="Times New Roman" panose="02020603050405020304" pitchFamily="18" charset="0"/>
              </a:rPr>
              <a:t> City. It modernizes the documentation and monitoring of sanitation inspections of establishments within the city's jurisdiction by storing inspection records in a centralized database where they can be retrieved, reported, and analyzed to support evidence-based decision-making .</a:t>
            </a:r>
            <a:endParaRPr lang="en-PH" sz="222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625" y="311253"/>
            <a:ext cx="9942409" cy="876193"/>
          </a:xfrm>
        </p:spPr>
        <p:txBody>
          <a:bodyPr>
            <a:normAutofit fontScale="90000"/>
          </a:bodyPr>
          <a:lstStyle/>
          <a:p>
            <a:r>
              <a:rPr lang="en-PH" sz="2220" dirty="0">
                <a:latin typeface="Times New Roman" panose="02020603050405020304" pitchFamily="18" charset="0"/>
                <a:cs typeface="Times New Roman" panose="02020603050405020304" pitchFamily="18" charset="0"/>
              </a:rPr>
              <a:t>Background of the Problem</a:t>
            </a:r>
            <a:br>
              <a:rPr lang="en-PH" sz="2220" dirty="0">
                <a:latin typeface="Times New Roman" panose="02020603050405020304" pitchFamily="18" charset="0"/>
                <a:cs typeface="Times New Roman" panose="02020603050405020304" pitchFamily="18" charset="0"/>
              </a:rPr>
            </a:br>
            <a:br>
              <a:rPr lang="en-PH" sz="2220" dirty="0">
                <a:latin typeface="Times New Roman" panose="02020603050405020304" pitchFamily="18" charset="0"/>
                <a:cs typeface="Times New Roman" panose="02020603050405020304" pitchFamily="18" charset="0"/>
              </a:rPr>
            </a:br>
            <a:r>
              <a:rPr lang="en-PH" sz="2220" dirty="0">
                <a:latin typeface="Times New Roman" panose="02020603050405020304" pitchFamily="18" charset="0"/>
                <a:cs typeface="Times New Roman" panose="02020603050405020304" pitchFamily="18" charset="0"/>
              </a:rPr>
              <a:t>The problems faced by the office was the redundant encoding of establishment data across different reporting periods. The office was mandated to collect sanitation data from establishments on a monthly and quarterly basis to comply with Department of Health reporting requirements and local government monitoring protocols. However, due to the absence of an integrated database system, sanitation inspectors were compelled to encode the same establishment information multiple times to generate reports for each time period. This repetitive data entry process was not only time-consuming and inefficient but also significantly increased the risk of data entry errors, inconsistencies, and discrepancies across </a:t>
            </a:r>
            <a:r>
              <a:rPr lang="en-PH" sz="2220">
                <a:latin typeface="Times New Roman" panose="02020603050405020304" pitchFamily="18" charset="0"/>
                <a:cs typeface="Times New Roman" panose="02020603050405020304" pitchFamily="18" charset="0"/>
              </a:rPr>
              <a:t>different reports.</a:t>
            </a:r>
            <a:br>
              <a:rPr lang="en-PH" sz="2220" dirty="0">
                <a:latin typeface="Times New Roman" panose="02020603050405020304" pitchFamily="18" charset="0"/>
                <a:cs typeface="Times New Roman" panose="02020603050405020304" pitchFamily="18" charset="0"/>
              </a:rPr>
            </a:br>
            <a:endParaRPr lang="en-PH" sz="222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47320" y="125095"/>
            <a:ext cx="9942195" cy="5504815"/>
          </a:xfrm>
        </p:spPr>
        <p:txBody>
          <a:bodyPr>
            <a:normAutofit/>
          </a:bodyPr>
          <a:p>
            <a:r>
              <a:rPr lang="en-US" sz="2000">
                <a:latin typeface="Times New Roman" panose="02020603050405020304" pitchFamily="18" charset="0"/>
                <a:cs typeface="Times New Roman" panose="02020603050405020304" pitchFamily="18" charset="0"/>
              </a:rPr>
              <a:t>Objectives</a:t>
            </a:r>
            <a:br>
              <a:rPr lang="en-US" sz="2000">
                <a:latin typeface="Times New Roman" panose="02020603050405020304" pitchFamily="18" charset="0"/>
                <a:cs typeface="Times New Roman" panose="02020603050405020304" pitchFamily="18" charset="0"/>
              </a:rPr>
            </a:br>
            <a:br>
              <a:rPr lang="en-US" sz="2000">
                <a:latin typeface="Times New Roman" panose="02020603050405020304" pitchFamily="18" charset="0"/>
                <a:cs typeface="Times New Roman" panose="02020603050405020304" pitchFamily="18" charset="0"/>
              </a:rPr>
            </a:br>
            <a:r>
              <a:rPr lang="en-US" altLang="en-US" sz="2000">
                <a:latin typeface="Times New Roman" panose="02020603050405020304" pitchFamily="18" charset="0"/>
                <a:cs typeface="Times New Roman" panose="02020603050405020304" pitchFamily="18" charset="0"/>
              </a:rPr>
              <a:t>1.The study gathered, consolidated, and digitized historical inspection data from the City Health Office of Tayabas City into a structured database.</a:t>
            </a:r>
            <a:br>
              <a:rPr lang="en-US" altLang="en-US" sz="2000">
                <a:latin typeface="Times New Roman" panose="02020603050405020304" pitchFamily="18" charset="0"/>
                <a:cs typeface="Times New Roman" panose="02020603050405020304" pitchFamily="18" charset="0"/>
              </a:rPr>
            </a:br>
            <a:br>
              <a:rPr lang="en-US" altLang="en-US" sz="2000">
                <a:latin typeface="Times New Roman" panose="02020603050405020304" pitchFamily="18" charset="0"/>
                <a:cs typeface="Times New Roman" panose="02020603050405020304" pitchFamily="18" charset="0"/>
              </a:rPr>
            </a:br>
            <a:r>
              <a:rPr lang="en-US" altLang="en-US" sz="2000">
                <a:latin typeface="Times New Roman" panose="02020603050405020304" pitchFamily="18" charset="0"/>
                <a:cs typeface="Times New Roman" panose="02020603050405020304" pitchFamily="18" charset="0"/>
              </a:rPr>
              <a:t>2.The study analyzed historical inspection data to identified violation patterns and established risk scoring criteria based on establishment characteristics and compliance history.</a:t>
            </a:r>
            <a:br>
              <a:rPr lang="en-US" altLang="en-US" sz="2000">
                <a:latin typeface="Times New Roman" panose="02020603050405020304" pitchFamily="18" charset="0"/>
                <a:cs typeface="Times New Roman" panose="02020603050405020304" pitchFamily="18" charset="0"/>
              </a:rPr>
            </a:br>
            <a:br>
              <a:rPr lang="en-US" sz="2000">
                <a:latin typeface="Times New Roman" panose="02020603050405020304" pitchFamily="18" charset="0"/>
                <a:cs typeface="Times New Roman" panose="02020603050405020304" pitchFamily="18" charset="0"/>
              </a:rPr>
            </a:br>
            <a:r>
              <a:rPr lang="en-US" altLang="en-US" sz="2000">
                <a:latin typeface="Times New Roman" panose="02020603050405020304" pitchFamily="18" charset="0"/>
                <a:cs typeface="Times New Roman" panose="02020603050405020304" pitchFamily="18" charset="0"/>
              </a:rPr>
              <a:t>3.TayabasCare was designed and implement as a web-based platform that manages inspection records, calculates risk scores, and supports inspection scheduling and documentation.</a:t>
            </a:r>
            <a:br>
              <a:rPr lang="en-US" altLang="en-US" sz="2000">
                <a:latin typeface="Times New Roman" panose="02020603050405020304" pitchFamily="18" charset="0"/>
                <a:cs typeface="Times New Roman" panose="02020603050405020304" pitchFamily="18" charset="0"/>
              </a:rPr>
            </a:br>
            <a:br>
              <a:rPr lang="en-US" altLang="en-US" sz="2000">
                <a:latin typeface="Times New Roman" panose="02020603050405020304" pitchFamily="18" charset="0"/>
                <a:cs typeface="Times New Roman" panose="02020603050405020304" pitchFamily="18" charset="0"/>
              </a:rPr>
            </a:br>
            <a:r>
              <a:rPr lang="en-US" altLang="en-US" sz="2000">
                <a:latin typeface="Times New Roman" panose="02020603050405020304" pitchFamily="18" charset="0"/>
                <a:cs typeface="Times New Roman" panose="02020603050405020304" pitchFamily="18" charset="0"/>
              </a:rPr>
              <a:t>4.Automated risk assessment and notification features that prioritize high-risk establishments and alert personnel about inspection schedules and compliance issues.</a:t>
            </a:r>
            <a:br>
              <a:rPr lang="en-US" altLang="en-US" sz="2000">
                <a:latin typeface="Times New Roman" panose="02020603050405020304" pitchFamily="18" charset="0"/>
                <a:cs typeface="Times New Roman" panose="02020603050405020304" pitchFamily="18" charset="0"/>
              </a:rPr>
            </a:br>
            <a:br>
              <a:rPr lang="en-US" altLang="en-US" sz="2000">
                <a:latin typeface="Times New Roman" panose="02020603050405020304" pitchFamily="18" charset="0"/>
                <a:cs typeface="Times New Roman" panose="02020603050405020304" pitchFamily="18" charset="0"/>
              </a:rPr>
            </a:br>
            <a:r>
              <a:rPr lang="en-US" altLang="en-US" sz="2000">
                <a:latin typeface="Times New Roman" panose="02020603050405020304" pitchFamily="18" charset="0"/>
                <a:cs typeface="Times New Roman" panose="02020603050405020304" pitchFamily="18" charset="0"/>
              </a:rPr>
              <a:t>5.Analytical dashboards and reporting features that visualize violation trends, compliance statistics, and establishment risk distributions for informed decision-making.</a:t>
            </a:r>
            <a:br>
              <a:rPr lang="en-US" altLang="en-US" sz="2000">
                <a:latin typeface="Times New Roman" panose="02020603050405020304" pitchFamily="18" charset="0"/>
                <a:cs typeface="Times New Roman" panose="02020603050405020304" pitchFamily="18" charset="0"/>
              </a:rPr>
            </a:br>
            <a:br>
              <a:rPr lang="en-US" sz="2000"/>
            </a:b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5410" y="135890"/>
            <a:ext cx="9942195" cy="5260975"/>
          </a:xfrm>
        </p:spPr>
        <p:txBody>
          <a:bodyPr>
            <a:normAutofit fontScale="90000"/>
          </a:bodyPr>
          <a:p>
            <a:r>
              <a:rPr lang="en-US" sz="1780">
                <a:latin typeface="Times New Roman" panose="02020603050405020304" pitchFamily="18" charset="0"/>
                <a:cs typeface="Times New Roman" panose="02020603050405020304" pitchFamily="18" charset="0"/>
              </a:rPr>
              <a:t>Scope and Limitation</a:t>
            </a:r>
            <a:br>
              <a:rPr lang="en-US" sz="1780">
                <a:latin typeface="Times New Roman" panose="02020603050405020304" pitchFamily="18" charset="0"/>
                <a:cs typeface="Times New Roman" panose="02020603050405020304" pitchFamily="18" charset="0"/>
              </a:rPr>
            </a:br>
            <a:br>
              <a:rPr lang="en-US" sz="1780">
                <a:latin typeface="Times New Roman" panose="02020603050405020304" pitchFamily="18" charset="0"/>
                <a:cs typeface="Times New Roman" panose="02020603050405020304" pitchFamily="18" charset="0"/>
              </a:rPr>
            </a:br>
            <a:r>
              <a:rPr lang="en-US" altLang="en-US" sz="1780">
                <a:latin typeface="Times New Roman" panose="02020603050405020304" pitchFamily="18" charset="0"/>
                <a:cs typeface="Times New Roman" panose="02020603050405020304" pitchFamily="18" charset="0"/>
              </a:rPr>
              <a:t>Secure Login and User Authentication = The system ensured users are properly identified and verified before accessing system features. It includes individual user account creation with unique usernames, secure activation processes, and session management that logs users out after inactivity. This protects sensitive establishment and inspection data from unauthorized access.</a:t>
            </a:r>
            <a:br>
              <a:rPr lang="en-US" altLang="en-US" sz="1780">
                <a:latin typeface="Times New Roman" panose="02020603050405020304" pitchFamily="18" charset="0"/>
                <a:cs typeface="Times New Roman" panose="02020603050405020304" pitchFamily="18" charset="0"/>
              </a:rPr>
            </a:br>
            <a:br>
              <a:rPr lang="en-US" altLang="en-US" sz="1780">
                <a:latin typeface="Times New Roman" panose="02020603050405020304" pitchFamily="18" charset="0"/>
                <a:cs typeface="Times New Roman" panose="02020603050405020304" pitchFamily="18" charset="0"/>
              </a:rPr>
            </a:br>
            <a:r>
              <a:rPr lang="en-US" altLang="en-US" sz="1780">
                <a:latin typeface="Times New Roman" panose="02020603050405020304" pitchFamily="18" charset="0"/>
                <a:cs typeface="Times New Roman" panose="02020603050405020304" pitchFamily="18" charset="0"/>
              </a:rPr>
              <a:t>Password and Authenticator Protection= The system enforced strong password policies including minimum length, complexity requirements, and regular expiration. It offers optional two-factor authentication through SMS or email verification. Passwords are stored using encryption to prevent unauthorized access and protect against common security threats.</a:t>
            </a:r>
            <a:br>
              <a:rPr lang="en-US" altLang="en-US" sz="1780">
                <a:latin typeface="Times New Roman" panose="02020603050405020304" pitchFamily="18" charset="0"/>
                <a:cs typeface="Times New Roman" panose="02020603050405020304" pitchFamily="18" charset="0"/>
              </a:rPr>
            </a:br>
            <a:br>
              <a:rPr lang="en-US" altLang="en-US" sz="1780">
                <a:latin typeface="Times New Roman" panose="02020603050405020304" pitchFamily="18" charset="0"/>
                <a:cs typeface="Times New Roman" panose="02020603050405020304" pitchFamily="18" charset="0"/>
              </a:rPr>
            </a:br>
            <a:r>
              <a:rPr lang="en-US" altLang="en-US" sz="1780">
                <a:latin typeface="Times New Roman" panose="02020603050405020304" pitchFamily="18" charset="0"/>
                <a:cs typeface="Times New Roman" panose="02020603050405020304" pitchFamily="18" charset="0"/>
              </a:rPr>
              <a:t>Draft Saving and Report Continuity=  Users can save incomplete reports and continue data entry at their convenience without data loss. The system provides automatic and manual draft-saving functionality, allowing users to access their drafts from any device. This reduces the burden of completing lengthy reports in single sessions and encourages more thorough reporting.</a:t>
            </a:r>
            <a:br>
              <a:rPr lang="en-US" altLang="en-US" sz="1780">
                <a:latin typeface="Times New Roman" panose="02020603050405020304" pitchFamily="18" charset="0"/>
                <a:cs typeface="Times New Roman" panose="02020603050405020304" pitchFamily="18" charset="0"/>
              </a:rPr>
            </a:br>
            <a:br>
              <a:rPr lang="en-US" altLang="en-US" sz="1780">
                <a:latin typeface="Times New Roman" panose="02020603050405020304" pitchFamily="18" charset="0"/>
                <a:cs typeface="Times New Roman" panose="02020603050405020304" pitchFamily="18" charset="0"/>
              </a:rPr>
            </a:br>
            <a:r>
              <a:rPr lang="en-US" altLang="en-US" sz="1780">
                <a:latin typeface="Times New Roman" panose="02020603050405020304" pitchFamily="18" charset="0"/>
                <a:cs typeface="Times New Roman" panose="02020603050405020304" pitchFamily="18" charset="0"/>
              </a:rPr>
              <a:t>Submission History and Audit Trail= The system maintained a comprehensive archive of all submitted reports with timestamps and submitter information. Users can view previously submitted reports, compare current conditions with historical data, and track compliance progress over time. This creates transparency and provides evidence for enforcement proceedings when necessary.</a:t>
            </a:r>
            <a:br>
              <a:rPr lang="en-US" altLang="en-US" sz="1780">
                <a:latin typeface="Times New Roman" panose="02020603050405020304" pitchFamily="18" charset="0"/>
                <a:cs typeface="Times New Roman" panose="02020603050405020304" pitchFamily="18" charset="0"/>
              </a:rPr>
            </a:br>
            <a:br>
              <a:rPr lang="en-US" altLang="en-US" sz="1780">
                <a:latin typeface="Times New Roman" panose="02020603050405020304" pitchFamily="18" charset="0"/>
                <a:cs typeface="Times New Roman" panose="02020603050405020304" pitchFamily="18" charset="0"/>
              </a:rPr>
            </a:br>
            <a:r>
              <a:rPr lang="en-US" altLang="en-US" sz="1780">
                <a:latin typeface="Times New Roman" panose="02020603050405020304" pitchFamily="18" charset="0"/>
                <a:cs typeface="Times New Roman" panose="02020603050405020304" pitchFamily="18" charset="0"/>
              </a:rPr>
              <a:t>Sanitation Indicator Monitoring and Data Collection= The system collected data on specific sanitation indicators including waste disposal practices (solid and liquid waste management), water source safety, and toilet/restroom facilities (availability, condition, and handwashing stations). Users can upload photos and supporting documents to verify reported conditions.</a:t>
            </a:r>
            <a:br>
              <a:rPr lang="en-US" altLang="en-US" sz="1780">
                <a:latin typeface="Times New Roman" panose="02020603050405020304" pitchFamily="18" charset="0"/>
                <a:cs typeface="Times New Roman" panose="02020603050405020304" pitchFamily="18" charset="0"/>
              </a:rPr>
            </a:br>
            <a:br>
              <a:rPr lang="en-US" altLang="en-US" sz="1780">
                <a:latin typeface="Times New Roman" panose="02020603050405020304" pitchFamily="18" charset="0"/>
                <a:cs typeface="Times New Roman" panose="02020603050405020304" pitchFamily="18" charset="0"/>
              </a:rPr>
            </a:br>
            <a:r>
              <a:rPr lang="en-US" altLang="en-US" sz="1780">
                <a:latin typeface="Times New Roman" panose="02020603050405020304" pitchFamily="18" charset="0"/>
                <a:cs typeface="Times New Roman" panose="02020603050405020304" pitchFamily="18" charset="0"/>
              </a:rPr>
              <a:t>System Modules= The system comprised five integrated modules: the User Management Module handles account administration and role-based access for CHO personnel, the Establishment Registration Module maintains the institutional inventory of all establishments requiring monitoring; the Inspection and Data Collection Module coordinates field inspections and enables systematic documentation of compliance status, violations, and corrective actions; the Reporting Module generates automated performance reports to assess compliance levels and plan interventions; and the Dashboard Module serves as the central control center, consolidating system-wide metrics, inspection activities, and compliance trends into a unified interface with real-time insights and graphical representations.</a:t>
            </a:r>
            <a:br>
              <a:rPr lang="en-US" altLang="en-US" sz="1780">
                <a:latin typeface="Times New Roman" panose="02020603050405020304" pitchFamily="18" charset="0"/>
                <a:cs typeface="Times New Roman" panose="02020603050405020304" pitchFamily="18" charset="0"/>
              </a:rPr>
            </a:br>
            <a:endParaRPr lang="en-US" altLang="en-US" sz="178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52516" y="345795"/>
            <a:ext cx="9942409" cy="876193"/>
          </a:xfrm>
        </p:spPr>
        <p:txBody>
          <a:bodyPr>
            <a:normAutofit fontScale="90000"/>
          </a:bodyPr>
          <a:p>
            <a:r>
              <a:rPr lang="en-US" sz="2220">
                <a:latin typeface="Times New Roman" panose="02020603050405020304" pitchFamily="18" charset="0"/>
                <a:cs typeface="Times New Roman" panose="02020603050405020304" pitchFamily="18" charset="0"/>
              </a:rPr>
              <a:t>TECHNOLOGY  USED</a:t>
            </a:r>
            <a:r>
              <a:rPr lang="en-PH" altLang="en-US" sz="2220">
                <a:latin typeface="Times New Roman" panose="02020603050405020304" pitchFamily="18" charset="0"/>
                <a:cs typeface="Times New Roman" panose="02020603050405020304" pitchFamily="18" charset="0"/>
              </a:rPr>
              <a:t>                                                          </a:t>
            </a:r>
            <a:br>
              <a:rPr lang="en-US" sz="2220">
                <a:latin typeface="Times New Roman" panose="02020603050405020304" pitchFamily="18" charset="0"/>
                <a:cs typeface="Times New Roman" panose="02020603050405020304" pitchFamily="18" charset="0"/>
              </a:rPr>
            </a:br>
            <a:r>
              <a:rPr lang="en-US" sz="2220" b="1" dirty="0">
                <a:solidFill>
                  <a:schemeClr val="tx2"/>
                </a:solidFill>
                <a:latin typeface="Times New Roman" panose="02020603050405020304" pitchFamily="18" charset="0"/>
                <a:cs typeface="Times New Roman" panose="02020603050405020304" pitchFamily="18" charset="0"/>
                <a:sym typeface="+mn-ea"/>
              </a:rPr>
              <a:t>Build and data</a:t>
            </a:r>
            <a:r>
              <a:rPr lang="en-PH" altLang="en-US" sz="2220" b="1" dirty="0">
                <a:solidFill>
                  <a:schemeClr val="tx2"/>
                </a:solidFill>
                <a:latin typeface="Times New Roman" panose="02020603050405020304" pitchFamily="18" charset="0"/>
                <a:cs typeface="Times New Roman" panose="02020603050405020304" pitchFamily="18" charset="0"/>
                <a:sym typeface="+mn-ea"/>
              </a:rPr>
              <a:t>                                                                       </a:t>
            </a:r>
            <a:br>
              <a:rPr lang="en-US" sz="2220" b="1" dirty="0">
                <a:solidFill>
                  <a:schemeClr val="tx2"/>
                </a:solidFill>
                <a:latin typeface="Times New Roman" panose="02020603050405020304" pitchFamily="18" charset="0"/>
                <a:cs typeface="Times New Roman" panose="02020603050405020304" pitchFamily="18" charset="0"/>
                <a:sym typeface="+mn-ea"/>
              </a:rPr>
            </a:br>
            <a:r>
              <a:rPr lang="en-PH" altLang="en-US" sz="2220" b="1" dirty="0">
                <a:solidFill>
                  <a:schemeClr val="tx2"/>
                </a:solidFill>
                <a:latin typeface="Times New Roman" panose="02020603050405020304" pitchFamily="18" charset="0"/>
                <a:cs typeface="Times New Roman" panose="02020603050405020304" pitchFamily="18" charset="0"/>
                <a:sym typeface="+mn-ea"/>
              </a:rPr>
              <a:t>                                                                                                                  </a:t>
            </a:r>
            <a:br>
              <a:rPr lang="en-US" sz="2220" b="1" dirty="0">
                <a:solidFill>
                  <a:schemeClr val="tx2"/>
                </a:solidFill>
                <a:latin typeface="Times New Roman" panose="02020603050405020304" pitchFamily="18" charset="0"/>
                <a:cs typeface="Times New Roman" panose="02020603050405020304" pitchFamily="18" charset="0"/>
                <a:sym typeface="+mn-ea"/>
              </a:rPr>
            </a:br>
            <a:r>
              <a:rPr lang="en-US" sz="2220" dirty="0">
                <a:latin typeface="Times New Roman" panose="02020603050405020304" pitchFamily="18" charset="0"/>
                <a:cs typeface="Times New Roman" panose="02020603050405020304" pitchFamily="18" charset="0"/>
                <a:sym typeface="+mn-ea"/>
              </a:rPr>
              <a:t>PHP, HTML, CSS, JavaScript</a:t>
            </a:r>
            <a:br>
              <a:rPr lang="en-US" sz="2220" dirty="0">
                <a:latin typeface="Times New Roman" panose="02020603050405020304" pitchFamily="18" charset="0"/>
                <a:cs typeface="Times New Roman" panose="02020603050405020304" pitchFamily="18" charset="0"/>
              </a:rPr>
            </a:br>
            <a:r>
              <a:rPr lang="en-US" sz="2220" dirty="0">
                <a:latin typeface="Times New Roman" panose="02020603050405020304" pitchFamily="18" charset="0"/>
                <a:cs typeface="Times New Roman" panose="02020603050405020304" pitchFamily="18" charset="0"/>
                <a:sym typeface="+mn-ea"/>
              </a:rPr>
              <a:t>MySQL database</a:t>
            </a:r>
            <a:br>
              <a:rPr lang="en-US" sz="2220" dirty="0">
                <a:latin typeface="Times New Roman" panose="02020603050405020304" pitchFamily="18" charset="0"/>
                <a:cs typeface="Times New Roman" panose="02020603050405020304" pitchFamily="18" charset="0"/>
              </a:rPr>
            </a:br>
            <a:r>
              <a:rPr lang="en-US" sz="2220" dirty="0">
                <a:latin typeface="Times New Roman" panose="02020603050405020304" pitchFamily="18" charset="0"/>
                <a:cs typeface="Times New Roman" panose="02020603050405020304" pitchFamily="18" charset="0"/>
                <a:sym typeface="+mn-ea"/>
              </a:rPr>
              <a:t>XAMPP v3.3.0 (local server)</a:t>
            </a:r>
            <a:br>
              <a:rPr lang="en-US" sz="2220" dirty="0">
                <a:latin typeface="Times New Roman" panose="02020603050405020304" pitchFamily="18" charset="0"/>
                <a:cs typeface="Times New Roman" panose="02020603050405020304" pitchFamily="18" charset="0"/>
              </a:rPr>
            </a:br>
            <a:r>
              <a:rPr lang="en-US" sz="2220" dirty="0">
                <a:latin typeface="Times New Roman" panose="02020603050405020304" pitchFamily="18" charset="0"/>
                <a:cs typeface="Times New Roman" panose="02020603050405020304" pitchFamily="18" charset="0"/>
                <a:sym typeface="+mn-ea"/>
              </a:rPr>
              <a:t>Visual Studio Code v1.105.1</a:t>
            </a:r>
            <a:br>
              <a:rPr lang="en-US" sz="2220" dirty="0">
                <a:latin typeface="Times New Roman" panose="02020603050405020304" pitchFamily="18" charset="0"/>
                <a:cs typeface="Times New Roman" panose="02020603050405020304" pitchFamily="18" charset="0"/>
                <a:sym typeface="+mn-ea"/>
              </a:rPr>
            </a:br>
            <a:br>
              <a:rPr lang="en-US" sz="2220" dirty="0">
                <a:latin typeface="Times New Roman" panose="02020603050405020304" pitchFamily="18" charset="0"/>
                <a:cs typeface="Times New Roman" panose="02020603050405020304" pitchFamily="18" charset="0"/>
                <a:sym typeface="+mn-ea"/>
              </a:rPr>
            </a:br>
            <a:br>
              <a:rPr lang="en-US" sz="2220" dirty="0">
                <a:latin typeface="Times New Roman" panose="02020603050405020304" pitchFamily="18" charset="0"/>
                <a:cs typeface="Times New Roman" panose="02020603050405020304" pitchFamily="18" charset="0"/>
                <a:sym typeface="+mn-ea"/>
              </a:rPr>
            </a:br>
            <a:br>
              <a:rPr lang="en-US" sz="2220" dirty="0">
                <a:latin typeface="Times New Roman" panose="02020603050405020304" pitchFamily="18" charset="0"/>
                <a:cs typeface="Times New Roman" panose="02020603050405020304" pitchFamily="18" charset="0"/>
                <a:sym typeface="+mn-ea"/>
              </a:rPr>
            </a:br>
            <a:r>
              <a:rPr lang="en-US" sz="2220" b="1" dirty="0">
                <a:solidFill>
                  <a:schemeClr val="tx2"/>
                </a:solidFill>
                <a:latin typeface="Times New Roman" panose="02020603050405020304" pitchFamily="18" charset="0"/>
                <a:cs typeface="Times New Roman" panose="02020603050405020304" pitchFamily="18" charset="0"/>
                <a:sym typeface="+mn-ea"/>
              </a:rPr>
              <a:t>Design and documentation</a:t>
            </a:r>
            <a:r>
              <a:rPr lang="en-PH" altLang="en-US" sz="2220" b="1" dirty="0">
                <a:solidFill>
                  <a:schemeClr val="tx2"/>
                </a:solidFill>
                <a:latin typeface="Times New Roman" panose="02020603050405020304" pitchFamily="18" charset="0"/>
                <a:cs typeface="Times New Roman" panose="02020603050405020304" pitchFamily="18" charset="0"/>
                <a:sym typeface="+mn-ea"/>
              </a:rPr>
              <a:t>                                                            </a:t>
            </a:r>
            <a:br>
              <a:rPr lang="en-US" sz="2220">
                <a:latin typeface="Times New Roman" panose="02020603050405020304" pitchFamily="18" charset="0"/>
                <a:cs typeface="Times New Roman" panose="02020603050405020304" pitchFamily="18" charset="0"/>
                <a:sym typeface="+mn-ea"/>
              </a:rPr>
            </a:br>
            <a:br>
              <a:rPr lang="en-US" sz="2220">
                <a:latin typeface="Times New Roman" panose="02020603050405020304" pitchFamily="18" charset="0"/>
                <a:cs typeface="Times New Roman" panose="02020603050405020304" pitchFamily="18" charset="0"/>
                <a:sym typeface="+mn-ea"/>
              </a:rPr>
            </a:br>
            <a:r>
              <a:rPr lang="en-US" sz="2220" dirty="0">
                <a:latin typeface="Times New Roman" panose="02020603050405020304" pitchFamily="18" charset="0"/>
                <a:cs typeface="Times New Roman" panose="02020603050405020304" pitchFamily="18" charset="0"/>
                <a:sym typeface="+mn-ea"/>
              </a:rPr>
              <a:t>Figma (UI prototypes)</a:t>
            </a:r>
            <a:br>
              <a:rPr lang="en-US" sz="2220" dirty="0">
                <a:latin typeface="Times New Roman" panose="02020603050405020304" pitchFamily="18" charset="0"/>
                <a:cs typeface="Times New Roman" panose="02020603050405020304" pitchFamily="18" charset="0"/>
              </a:rPr>
            </a:br>
            <a:r>
              <a:rPr lang="en-US" sz="2220" dirty="0">
                <a:latin typeface="Times New Roman" panose="02020603050405020304" pitchFamily="18" charset="0"/>
                <a:cs typeface="Times New Roman" panose="02020603050405020304" pitchFamily="18" charset="0"/>
                <a:sym typeface="+mn-ea"/>
              </a:rPr>
              <a:t>Canva (visual materials)</a:t>
            </a:r>
            <a:br>
              <a:rPr lang="en-US" sz="2220" dirty="0">
                <a:latin typeface="Times New Roman" panose="02020603050405020304" pitchFamily="18" charset="0"/>
                <a:cs typeface="Times New Roman" panose="02020603050405020304" pitchFamily="18" charset="0"/>
              </a:rPr>
            </a:br>
            <a:r>
              <a:rPr lang="en-US" sz="2220" dirty="0">
                <a:latin typeface="Times New Roman" panose="02020603050405020304" pitchFamily="18" charset="0"/>
                <a:cs typeface="Times New Roman" panose="02020603050405020304" pitchFamily="18" charset="0"/>
                <a:sym typeface="+mn-ea"/>
              </a:rPr>
              <a:t>Google Drive (file sharing)</a:t>
            </a:r>
            <a:br>
              <a:rPr lang="en-US" sz="2220" dirty="0">
                <a:latin typeface="Times New Roman" panose="02020603050405020304" pitchFamily="18" charset="0"/>
                <a:cs typeface="Times New Roman" panose="02020603050405020304" pitchFamily="18" charset="0"/>
              </a:rPr>
            </a:br>
            <a:r>
              <a:rPr lang="en-US" sz="2220" dirty="0">
                <a:latin typeface="Times New Roman" panose="02020603050405020304" pitchFamily="18" charset="0"/>
                <a:cs typeface="Times New Roman" panose="02020603050405020304" pitchFamily="18" charset="0"/>
                <a:sym typeface="+mn-ea"/>
              </a:rPr>
              <a:t>Microsoft Word v2404</a:t>
            </a:r>
            <a:br>
              <a:rPr lang="en-US" sz="2220" dirty="0">
                <a:latin typeface="Times New Roman" panose="02020603050405020304" pitchFamily="18" charset="0"/>
                <a:cs typeface="Times New Roman" panose="02020603050405020304" pitchFamily="18" charset="0"/>
                <a:sym typeface="+mn-ea"/>
              </a:rPr>
            </a:br>
            <a:br>
              <a:rPr lang="en-US" sz="2220" dirty="0">
                <a:latin typeface="Times New Roman" panose="02020603050405020304" pitchFamily="18" charset="0"/>
                <a:cs typeface="Times New Roman" panose="02020603050405020304" pitchFamily="18" charset="0"/>
                <a:sym typeface="+mn-ea"/>
              </a:rPr>
            </a:br>
            <a:br>
              <a:rPr lang="en-US" sz="2220" dirty="0">
                <a:latin typeface="Times New Roman" panose="02020603050405020304" pitchFamily="18" charset="0"/>
                <a:cs typeface="Times New Roman" panose="02020603050405020304" pitchFamily="18" charset="0"/>
                <a:sym typeface="+mn-ea"/>
              </a:rPr>
            </a:br>
            <a:r>
              <a:rPr lang="en-US" sz="2220" b="1" dirty="0">
                <a:solidFill>
                  <a:schemeClr val="tx2"/>
                </a:solidFill>
                <a:latin typeface="Times New Roman" panose="02020603050405020304" pitchFamily="18" charset="0"/>
                <a:cs typeface="Times New Roman" panose="02020603050405020304" pitchFamily="18" charset="0"/>
                <a:sym typeface="+mn-ea"/>
              </a:rPr>
              <a:t>Hardware</a:t>
            </a:r>
            <a:br>
              <a:rPr lang="en-US" sz="2220" b="1" dirty="0">
                <a:solidFill>
                  <a:schemeClr val="tx2"/>
                </a:solidFill>
                <a:latin typeface="Times New Roman" panose="02020603050405020304" pitchFamily="18" charset="0"/>
                <a:cs typeface="Times New Roman" panose="02020603050405020304" pitchFamily="18" charset="0"/>
                <a:sym typeface="+mn-ea"/>
              </a:rPr>
            </a:br>
            <a:br>
              <a:rPr lang="en-US" sz="2220" b="1" dirty="0">
                <a:solidFill>
                  <a:schemeClr val="tx2"/>
                </a:solidFill>
                <a:latin typeface="Times New Roman" panose="02020603050405020304" pitchFamily="18" charset="0"/>
                <a:cs typeface="Times New Roman" panose="02020603050405020304" pitchFamily="18" charset="0"/>
                <a:sym typeface="+mn-ea"/>
              </a:rPr>
            </a:br>
            <a:r>
              <a:rPr lang="en-US" sz="2220" dirty="0">
                <a:latin typeface="Times New Roman" panose="02020603050405020304" pitchFamily="18" charset="0"/>
                <a:cs typeface="Times New Roman" panose="02020603050405020304" pitchFamily="18" charset="0"/>
                <a:sym typeface="+mn-ea"/>
              </a:rPr>
              <a:t>Lenovo: Ryzen 5 6600H, 8 GB</a:t>
            </a:r>
            <a:br>
              <a:rPr lang="en-US" sz="2220" dirty="0">
                <a:latin typeface="Times New Roman" panose="02020603050405020304" pitchFamily="18" charset="0"/>
                <a:cs typeface="Times New Roman" panose="02020603050405020304" pitchFamily="18" charset="0"/>
              </a:rPr>
            </a:br>
            <a:r>
              <a:rPr lang="en-US" sz="2220" dirty="0">
                <a:latin typeface="Times New Roman" panose="02020603050405020304" pitchFamily="18" charset="0"/>
                <a:cs typeface="Times New Roman" panose="02020603050405020304" pitchFamily="18" charset="0"/>
                <a:sym typeface="+mn-ea"/>
              </a:rPr>
              <a:t>Asus: Celeron N4020, 8 GB</a:t>
            </a:r>
            <a:br>
              <a:rPr lang="en-US" sz="2220" dirty="0">
                <a:latin typeface="Times New Roman" panose="02020603050405020304" pitchFamily="18" charset="0"/>
                <a:cs typeface="Times New Roman" panose="02020603050405020304" pitchFamily="18" charset="0"/>
              </a:rPr>
            </a:br>
            <a:r>
              <a:rPr lang="en-US" sz="1780" dirty="0">
                <a:latin typeface="Times New Roman" panose="02020603050405020304" pitchFamily="18" charset="0"/>
                <a:cs typeface="Times New Roman" panose="02020603050405020304" pitchFamily="18" charset="0"/>
                <a:sym typeface="+mn-ea"/>
              </a:rPr>
              <a:t>HP: Ryzen 3 2200U, 4 GB</a:t>
            </a:r>
            <a:br>
              <a:rPr lang="en-US" sz="1780" dirty="0">
                <a:latin typeface="Times New Roman" panose="02020603050405020304" pitchFamily="18" charset="0"/>
                <a:cs typeface="Times New Roman" panose="02020603050405020304" pitchFamily="18" charset="0"/>
              </a:rPr>
            </a:br>
            <a:r>
              <a:rPr lang="en-US" sz="1780" dirty="0">
                <a:latin typeface="Times New Roman" panose="02020603050405020304" pitchFamily="18" charset="0"/>
                <a:cs typeface="Times New Roman" panose="02020603050405020304" pitchFamily="18" charset="0"/>
                <a:sym typeface="+mn-ea"/>
              </a:rPr>
              <a:t>Redmi Note 12 (mobile testing)</a:t>
            </a:r>
            <a:endParaRPr lang="en-US" sz="1780" b="1" dirty="0">
              <a:solidFill>
                <a:schemeClr val="tx2"/>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05221" y="335000"/>
            <a:ext cx="9942409" cy="876193"/>
          </a:xfrm>
        </p:spPr>
        <p:txBody>
          <a:bodyPr>
            <a:normAutofit fontScale="90000"/>
          </a:bodyPr>
          <a:p>
            <a:pPr>
              <a:lnSpc>
                <a:spcPct val="100000"/>
              </a:lnSpc>
            </a:pPr>
            <a:r>
              <a:rPr lang="en-PH" altLang="en-US">
                <a:latin typeface="Times New Roman" panose="02020603050405020304" pitchFamily="18" charset="0"/>
                <a:cs typeface="Times New Roman" panose="02020603050405020304" pitchFamily="18" charset="0"/>
              </a:rPr>
              <a:t>Methodology</a:t>
            </a:r>
            <a:br>
              <a:rPr lang="en-PH" altLang="en-US">
                <a:latin typeface="Times New Roman" panose="02020603050405020304" pitchFamily="18" charset="0"/>
                <a:cs typeface="Times New Roman" panose="02020603050405020304" pitchFamily="18" charset="0"/>
              </a:rPr>
            </a:br>
            <a:br>
              <a:rPr lang="en-PH" altLang="en-US">
                <a:latin typeface="Times New Roman" panose="02020603050405020304" pitchFamily="18" charset="0"/>
                <a:cs typeface="Times New Roman" panose="02020603050405020304" pitchFamily="18" charset="0"/>
              </a:rPr>
            </a:br>
            <a:r>
              <a:rPr lang="en-US" altLang="en-US" sz="1780">
                <a:latin typeface="Times New Roman" panose="02020603050405020304" pitchFamily="18" charset="0"/>
                <a:cs typeface="Times New Roman" panose="02020603050405020304" pitchFamily="18" charset="0"/>
              </a:rPr>
              <a:t>The proponents utilized the Agile Methodology, specifically the Iterative Agile Model, throughout the development of TayabasCare: Prescriptive Establishment Violations Using Historical Inspection Data for City Health Office of Tayabas City to ensure that the system is built efficiently and continuously improved.</a:t>
            </a:r>
            <a:br>
              <a:rPr lang="en-US" altLang="en-US" sz="1780">
                <a:latin typeface="Times New Roman" panose="02020603050405020304" pitchFamily="18" charset="0"/>
                <a:cs typeface="Times New Roman" panose="02020603050405020304" pitchFamily="18" charset="0"/>
              </a:rPr>
            </a:br>
            <a:br>
              <a:rPr lang="en-US" altLang="en-US" sz="1780">
                <a:latin typeface="Times New Roman" panose="02020603050405020304" pitchFamily="18" charset="0"/>
                <a:cs typeface="Times New Roman" panose="02020603050405020304" pitchFamily="18" charset="0"/>
              </a:rPr>
            </a:br>
            <a:r>
              <a:rPr lang="en-PH" altLang="en-US" sz="1780">
                <a:solidFill>
                  <a:srgbClr val="FF0000"/>
                </a:solidFill>
                <a:latin typeface="Times New Roman" panose="02020603050405020304" pitchFamily="18" charset="0"/>
                <a:cs typeface="Times New Roman" panose="02020603050405020304" pitchFamily="18" charset="0"/>
              </a:rPr>
              <a:t>Planning Phase</a:t>
            </a:r>
            <a:r>
              <a:rPr lang="en-PH" altLang="en-US" sz="1780">
                <a:latin typeface="Times New Roman" panose="02020603050405020304" pitchFamily="18" charset="0"/>
                <a:cs typeface="Times New Roman" panose="02020603050405020304" pitchFamily="18" charset="0"/>
              </a:rPr>
              <a:t> = T</a:t>
            </a:r>
            <a:r>
              <a:rPr lang="en-US" altLang="en-US" sz="1780">
                <a:latin typeface="Times New Roman" panose="02020603050405020304" pitchFamily="18" charset="0"/>
                <a:cs typeface="Times New Roman" panose="02020603050405020304" pitchFamily="18" charset="0"/>
              </a:rPr>
              <a:t>he proponents identified the goals and scope of the project. The proponents outline the objectives of TayabasCare and determine the features needed for the web-based sanitation environmental health data collection and reporting system for Tayabas City. The proponents gather relevant data by conducting interviews with City Health Office staff, environmental health officers, and establishment owners, observing the current data collection and reporting process, and reviewing existing records and sanitation inspection procedures. The proponents analyze this data to understand the system requirements and identify any potential challenges.</a:t>
            </a:r>
            <a:br>
              <a:rPr lang="en-US" altLang="en-US" sz="1780">
                <a:latin typeface="Times New Roman" panose="02020603050405020304" pitchFamily="18" charset="0"/>
                <a:cs typeface="Times New Roman" panose="02020603050405020304" pitchFamily="18" charset="0"/>
              </a:rPr>
            </a:br>
            <a:r>
              <a:rPr lang="en-PH" altLang="en-US" sz="1780">
                <a:solidFill>
                  <a:srgbClr val="FF0000"/>
                </a:solidFill>
                <a:latin typeface="Times New Roman" panose="02020603050405020304" pitchFamily="18" charset="0"/>
                <a:cs typeface="Times New Roman" panose="02020603050405020304" pitchFamily="18" charset="0"/>
              </a:rPr>
              <a:t>Designing Phase</a:t>
            </a:r>
            <a:r>
              <a:rPr lang="en-PH" altLang="en-US" sz="1780">
                <a:latin typeface="Times New Roman" panose="02020603050405020304" pitchFamily="18" charset="0"/>
                <a:cs typeface="Times New Roman" panose="02020603050405020304" pitchFamily="18" charset="0"/>
              </a:rPr>
              <a:t>= </a:t>
            </a:r>
            <a:r>
              <a:rPr lang="en-US" altLang="en-US" sz="1780">
                <a:latin typeface="Times New Roman" panose="02020603050405020304" pitchFamily="18" charset="0"/>
                <a:cs typeface="Times New Roman" panose="02020603050405020304" pitchFamily="18" charset="0"/>
              </a:rPr>
              <a:t>The design is built to meet the specific requirements of the City Health Office, ensuring that the system supports efficient data collection, sanitation inspection management, report generation, and establishment information accessibility. The proponents also prepare prototype interfaces and design documents for client review and approval, ensuring that all aspects of the system align with the operational needs of the City Health Office and comply with sanitation standards and regulations.</a:t>
            </a:r>
            <a:br>
              <a:rPr lang="en-PH" altLang="en-US" sz="1780">
                <a:latin typeface="Times New Roman" panose="02020603050405020304" pitchFamily="18" charset="0"/>
                <a:cs typeface="Times New Roman" panose="02020603050405020304" pitchFamily="18" charset="0"/>
              </a:rPr>
            </a:br>
            <a:r>
              <a:rPr lang="en-US" altLang="en-US" sz="1780">
                <a:solidFill>
                  <a:srgbClr val="FF0000"/>
                </a:solidFill>
                <a:latin typeface="Times New Roman" panose="02020603050405020304" pitchFamily="18" charset="0"/>
                <a:cs typeface="Times New Roman" panose="02020603050405020304" pitchFamily="18" charset="0"/>
              </a:rPr>
              <a:t>Developing Phase</a:t>
            </a:r>
            <a:r>
              <a:rPr lang="en-PH" altLang="en-US" sz="1780">
                <a:solidFill>
                  <a:schemeClr val="tx1"/>
                </a:solidFill>
                <a:latin typeface="Times New Roman" panose="02020603050405020304" pitchFamily="18" charset="0"/>
                <a:cs typeface="Times New Roman" panose="02020603050405020304" pitchFamily="18" charset="0"/>
              </a:rPr>
              <a:t>= </a:t>
            </a:r>
            <a:r>
              <a:rPr lang="en-US" altLang="en-US" sz="1780">
                <a:solidFill>
                  <a:schemeClr val="tx1"/>
                </a:solidFill>
                <a:latin typeface="Times New Roman" panose="02020603050405020304" pitchFamily="18" charset="0"/>
                <a:cs typeface="Times New Roman" panose="02020603050405020304" pitchFamily="18" charset="0"/>
              </a:rPr>
              <a:t>the proponents begin building TayabasCare based on the designs created in the previous phase. The proponents write the necessary code, configure the database, and integrate the system's features to ensure it functions as intended</a:t>
            </a:r>
            <a:r>
              <a:rPr lang="en-PH" altLang="en-US" sz="1780">
                <a:solidFill>
                  <a:schemeClr val="tx1"/>
                </a:solidFill>
                <a:latin typeface="Times New Roman" panose="02020603050405020304" pitchFamily="18" charset="0"/>
                <a:cs typeface="Times New Roman" panose="02020603050405020304" pitchFamily="18" charset="0"/>
              </a:rPr>
              <a:t> including </a:t>
            </a:r>
            <a:r>
              <a:rPr lang="en-US" altLang="en-US" sz="1780">
                <a:solidFill>
                  <a:schemeClr val="tx1"/>
                </a:solidFill>
                <a:latin typeface="Times New Roman" panose="02020603050405020304" pitchFamily="18" charset="0"/>
                <a:cs typeface="Times New Roman" panose="02020603050405020304" pitchFamily="18" charset="0"/>
              </a:rPr>
              <a:t>the data collection system, establishment profiling, sanitation inspection records, prescriptive risk scoring engine, reporting and analytics dashboard, and other essential components of the system, </a:t>
            </a:r>
            <a:br>
              <a:rPr lang="en-US" altLang="en-US" sz="1780">
                <a:solidFill>
                  <a:schemeClr val="tx1"/>
                </a:solidFill>
                <a:latin typeface="Times New Roman" panose="02020603050405020304" pitchFamily="18" charset="0"/>
                <a:cs typeface="Times New Roman" panose="02020603050405020304" pitchFamily="18" charset="0"/>
              </a:rPr>
            </a:br>
            <a:r>
              <a:rPr lang="en-US" altLang="en-US" sz="1780">
                <a:solidFill>
                  <a:srgbClr val="FF0000"/>
                </a:solidFill>
                <a:latin typeface="Times New Roman" panose="02020603050405020304" pitchFamily="18" charset="0"/>
                <a:cs typeface="Times New Roman" panose="02020603050405020304" pitchFamily="18" charset="0"/>
              </a:rPr>
              <a:t>Testing Phase</a:t>
            </a:r>
            <a:r>
              <a:rPr lang="en-PH" altLang="en-US" sz="1780">
                <a:solidFill>
                  <a:srgbClr val="FF0000"/>
                </a:solidFill>
                <a:latin typeface="Times New Roman" panose="02020603050405020304" pitchFamily="18" charset="0"/>
                <a:cs typeface="Times New Roman" panose="02020603050405020304" pitchFamily="18" charset="0"/>
              </a:rPr>
              <a:t> </a:t>
            </a:r>
            <a:r>
              <a:rPr lang="en-PH" altLang="en-US" sz="1780">
                <a:solidFill>
                  <a:schemeClr val="tx1"/>
                </a:solidFill>
                <a:latin typeface="Times New Roman" panose="02020603050405020304" pitchFamily="18" charset="0"/>
                <a:cs typeface="Times New Roman" panose="02020603050405020304" pitchFamily="18" charset="0"/>
              </a:rPr>
              <a:t>= </a:t>
            </a:r>
            <a:r>
              <a:rPr lang="en-US" altLang="en-US" sz="1780">
                <a:solidFill>
                  <a:schemeClr val="tx1"/>
                </a:solidFill>
                <a:latin typeface="Times New Roman" panose="02020603050405020304" pitchFamily="18" charset="0"/>
                <a:cs typeface="Times New Roman" panose="02020603050405020304" pitchFamily="18" charset="0"/>
              </a:rPr>
              <a:t>the proponents conducted initial tests to verify that each feature works correctly and meets the requirements of the City Health Office. The proponents ensure that the system is reliable, efficient, and ready for the next phase, addressing any issues or bugs that may arise to maintain system quality and functionality.</a:t>
            </a:r>
            <a:br>
              <a:rPr lang="en-PH" altLang="en-US" sz="1780">
                <a:solidFill>
                  <a:srgbClr val="FF0000"/>
                </a:solidFill>
                <a:latin typeface="Times New Roman" panose="02020603050405020304" pitchFamily="18" charset="0"/>
                <a:cs typeface="Times New Roman" panose="02020603050405020304" pitchFamily="18" charset="0"/>
              </a:rPr>
            </a:br>
            <a:endParaRPr lang="en-PH" altLang="en-US" sz="178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26176" y="556615"/>
            <a:ext cx="9942409" cy="876193"/>
          </a:xfrm>
        </p:spPr>
        <p:txBody>
          <a:bodyPr>
            <a:normAutofit fontScale="90000"/>
          </a:bodyPr>
          <a:p>
            <a:r>
              <a:rPr lang="en-US" altLang="en-US" sz="1800">
                <a:solidFill>
                  <a:srgbClr val="FF0000"/>
                </a:solidFill>
                <a:latin typeface="Times New Roman" panose="02020603050405020304" pitchFamily="18" charset="0"/>
                <a:cs typeface="Times New Roman" panose="02020603050405020304" pitchFamily="18" charset="0"/>
              </a:rPr>
              <a:t>Deploying Phase</a:t>
            </a:r>
            <a:r>
              <a:rPr lang="en-PH" altLang="en-US" sz="1800">
                <a:solidFill>
                  <a:srgbClr val="FF0000"/>
                </a:solidFill>
                <a:latin typeface="Times New Roman" panose="02020603050405020304" pitchFamily="18" charset="0"/>
                <a:cs typeface="Times New Roman" panose="02020603050405020304" pitchFamily="18" charset="0"/>
              </a:rPr>
              <a:t> </a:t>
            </a:r>
            <a:r>
              <a:rPr lang="en-PH" altLang="en-US" sz="1800">
                <a:solidFill>
                  <a:schemeClr val="tx1"/>
                </a:solidFill>
                <a:latin typeface="Times New Roman" panose="02020603050405020304" pitchFamily="18" charset="0"/>
                <a:cs typeface="Times New Roman" panose="02020603050405020304" pitchFamily="18" charset="0"/>
              </a:rPr>
              <a:t>=  </a:t>
            </a:r>
            <a:r>
              <a:rPr lang="en-US" altLang="en-US" sz="1800">
                <a:solidFill>
                  <a:schemeClr val="tx1"/>
                </a:solidFill>
                <a:latin typeface="Times New Roman" panose="02020603050405020304" pitchFamily="18" charset="0"/>
                <a:cs typeface="Times New Roman" panose="02020603050405020304" pitchFamily="18" charset="0"/>
              </a:rPr>
              <a:t>proponents finalized all components of TayabasCare and ensure that the system is fully tested and validated. The system is installed on the server, user accounts are configured, and access is provided to authorized users from the City Health Office and registered establishments. All modules, including the data collection, establishment profiling, sanitation inspection, prescriptive risk scoring, and reporting systems, are made fully operational and integrated with the existing workflow</a:t>
            </a:r>
            <a:r>
              <a:rPr lang="en-PH" altLang="en-US" sz="1800">
                <a:solidFill>
                  <a:schemeClr val="tx1"/>
                </a:solidFill>
                <a:latin typeface="Times New Roman" panose="02020603050405020304" pitchFamily="18" charset="0"/>
                <a:cs typeface="Times New Roman" panose="02020603050405020304" pitchFamily="18" charset="0"/>
              </a:rPr>
              <a:t>.</a:t>
            </a:r>
            <a:br>
              <a:rPr lang="en-PH" altLang="en-US" sz="1800">
                <a:solidFill>
                  <a:schemeClr val="tx1"/>
                </a:solidFill>
                <a:latin typeface="Times New Roman" panose="02020603050405020304" pitchFamily="18" charset="0"/>
                <a:cs typeface="Times New Roman" panose="02020603050405020304" pitchFamily="18" charset="0"/>
              </a:rPr>
            </a:br>
            <a:br>
              <a:rPr lang="en-PH" altLang="en-US" sz="1800">
                <a:solidFill>
                  <a:schemeClr val="tx1"/>
                </a:solidFill>
                <a:latin typeface="Times New Roman" panose="02020603050405020304" pitchFamily="18" charset="0"/>
                <a:cs typeface="Times New Roman" panose="02020603050405020304" pitchFamily="18" charset="0"/>
              </a:rPr>
            </a:br>
            <a:r>
              <a:rPr lang="en-US" altLang="en-US" sz="1800">
                <a:solidFill>
                  <a:srgbClr val="FF0000"/>
                </a:solidFill>
                <a:latin typeface="Times New Roman" panose="02020603050405020304" pitchFamily="18" charset="0"/>
                <a:cs typeface="Times New Roman" panose="02020603050405020304" pitchFamily="18" charset="0"/>
              </a:rPr>
              <a:t>Reviewing Phase</a:t>
            </a:r>
            <a:r>
              <a:rPr lang="en-PH" altLang="en-US" sz="1800">
                <a:solidFill>
                  <a:srgbClr val="FF0000"/>
                </a:solidFill>
                <a:latin typeface="Times New Roman" panose="02020603050405020304" pitchFamily="18" charset="0"/>
                <a:cs typeface="Times New Roman" panose="02020603050405020304" pitchFamily="18" charset="0"/>
              </a:rPr>
              <a:t> </a:t>
            </a:r>
            <a:r>
              <a:rPr lang="en-PH" altLang="en-US" sz="1800">
                <a:solidFill>
                  <a:schemeClr val="tx1"/>
                </a:solidFill>
                <a:latin typeface="Times New Roman" panose="02020603050405020304" pitchFamily="18" charset="0"/>
                <a:cs typeface="Times New Roman" panose="02020603050405020304" pitchFamily="18" charset="0"/>
              </a:rPr>
              <a:t>=  </a:t>
            </a:r>
            <a:r>
              <a:rPr lang="en-US" altLang="en-US" sz="1800">
                <a:solidFill>
                  <a:schemeClr val="tx1"/>
                </a:solidFill>
                <a:latin typeface="Times New Roman" panose="02020603050405020304" pitchFamily="18" charset="0"/>
                <a:cs typeface="Times New Roman" panose="02020603050405020304" pitchFamily="18" charset="0"/>
              </a:rPr>
              <a:t>the proponents observe its performance and collect feedback from the users</a:t>
            </a:r>
            <a:r>
              <a:rPr lang="en-PH" altLang="en-US" sz="1800">
                <a:solidFill>
                  <a:schemeClr val="tx1"/>
                </a:solidFill>
                <a:latin typeface="Times New Roman" panose="02020603050405020304" pitchFamily="18" charset="0"/>
                <a:cs typeface="Times New Roman" panose="02020603050405020304" pitchFamily="18" charset="0"/>
              </a:rPr>
              <a:t> and t</a:t>
            </a:r>
            <a:r>
              <a:rPr lang="en-US" altLang="en-US" sz="1800">
                <a:solidFill>
                  <a:schemeClr val="tx1"/>
                </a:solidFill>
                <a:latin typeface="Times New Roman" panose="02020603050405020304" pitchFamily="18" charset="0"/>
                <a:cs typeface="Times New Roman" panose="02020603050405020304" pitchFamily="18" charset="0"/>
              </a:rPr>
              <a:t>his phase marks the operationalization of the system, as the City Health Office uses the system to collect, manage, and report sanitation environmental health data for establishments in Tayabas City more efficiently.</a:t>
            </a:r>
            <a:br>
              <a:rPr lang="en-US" altLang="en-US" sz="1800">
                <a:solidFill>
                  <a:schemeClr val="tx1"/>
                </a:solidFill>
                <a:latin typeface="Times New Roman" panose="02020603050405020304" pitchFamily="18" charset="0"/>
                <a:cs typeface="Times New Roman" panose="02020603050405020304" pitchFamily="18" charset="0"/>
              </a:rPr>
            </a:br>
            <a:br>
              <a:rPr lang="en-US" altLang="en-US" sz="1800">
                <a:solidFill>
                  <a:schemeClr val="tx1"/>
                </a:solidFill>
                <a:latin typeface="Times New Roman" panose="02020603050405020304" pitchFamily="18" charset="0"/>
                <a:cs typeface="Times New Roman" panose="02020603050405020304" pitchFamily="18" charset="0"/>
              </a:rPr>
            </a:br>
            <a:r>
              <a:rPr lang="en-US" altLang="en-US" sz="1800">
                <a:solidFill>
                  <a:srgbClr val="FF0000"/>
                </a:solidFill>
                <a:latin typeface="Times New Roman" panose="02020603050405020304" pitchFamily="18" charset="0"/>
                <a:cs typeface="Times New Roman" panose="02020603050405020304" pitchFamily="18" charset="0"/>
              </a:rPr>
              <a:t>Launching Phase</a:t>
            </a:r>
            <a:r>
              <a:rPr lang="en-PH" altLang="en-US" sz="1800">
                <a:solidFill>
                  <a:srgbClr val="FF0000"/>
                </a:solidFill>
                <a:latin typeface="Times New Roman" panose="02020603050405020304" pitchFamily="18" charset="0"/>
                <a:cs typeface="Times New Roman" panose="02020603050405020304" pitchFamily="18" charset="0"/>
              </a:rPr>
              <a:t> </a:t>
            </a:r>
            <a:r>
              <a:rPr lang="en-PH" altLang="en-US" sz="1800">
                <a:solidFill>
                  <a:schemeClr val="tx1"/>
                </a:solidFill>
                <a:latin typeface="Times New Roman" panose="02020603050405020304" pitchFamily="18" charset="0"/>
                <a:cs typeface="Times New Roman" panose="02020603050405020304" pitchFamily="18" charset="0"/>
              </a:rPr>
              <a:t>=  </a:t>
            </a:r>
            <a:r>
              <a:rPr lang="en-US" altLang="en-US" sz="1800">
                <a:solidFill>
                  <a:schemeClr val="tx1"/>
                </a:solidFill>
                <a:latin typeface="Times New Roman" panose="02020603050405020304" pitchFamily="18" charset="0"/>
                <a:cs typeface="Times New Roman" panose="02020603050405020304" pitchFamily="18" charset="0"/>
              </a:rPr>
              <a:t>proponents released TayabasCare for full operation and make the system accessible to all intended users. The initial use is monitored to ensure that all features, including the data collection, establishment profiling, sanitation inspection records, prescriptive risk scoring, and reporting modules, function smoothly under real-world conditions. Feedback from City Health Office staff and sanitary officers is gathered to identify any issues or areas for improvement.</a:t>
            </a:r>
            <a:endParaRPr lang="en-US" altLang="en-US" sz="180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11241" y="657580"/>
            <a:ext cx="9942409" cy="876193"/>
          </a:xfrm>
        </p:spPr>
        <p:txBody>
          <a:bodyPr>
            <a:normAutofit fontScale="90000"/>
          </a:bodyPr>
          <a:p>
            <a:pPr algn="l"/>
            <a:r>
              <a:rPr lang="en-PH" altLang="en-US" sz="2800">
                <a:latin typeface="Times New Roman" panose="02020603050405020304" pitchFamily="18" charset="0"/>
                <a:cs typeface="Times New Roman" panose="02020603050405020304" pitchFamily="18" charset="0"/>
              </a:rPr>
              <a:t>Result and discussion</a:t>
            </a:r>
            <a:br>
              <a:rPr lang="en-PH" altLang="en-US" sz="2800">
                <a:latin typeface="Times New Roman" panose="02020603050405020304" pitchFamily="18" charset="0"/>
                <a:cs typeface="Times New Roman" panose="02020603050405020304" pitchFamily="18" charset="0"/>
              </a:rPr>
            </a:br>
            <a:br>
              <a:rPr lang="en-PH" altLang="en-US" sz="2800">
                <a:latin typeface="Times New Roman" panose="02020603050405020304" pitchFamily="18" charset="0"/>
                <a:cs typeface="Times New Roman" panose="02020603050405020304" pitchFamily="18" charset="0"/>
              </a:rPr>
            </a:br>
            <a:r>
              <a:rPr lang="en-US" altLang="en-US" sz="2800">
                <a:latin typeface="Times New Roman" panose="02020603050405020304" pitchFamily="18" charset="0"/>
                <a:cs typeface="Times New Roman" panose="02020603050405020304" pitchFamily="18" charset="0"/>
              </a:rPr>
              <a:t>Automated Risk Assessment and Notifications</a:t>
            </a:r>
            <a:r>
              <a:rPr lang="en-PH" altLang="en-US" sz="2800">
                <a:latin typeface="Times New Roman" panose="02020603050405020304" pitchFamily="18" charset="0"/>
                <a:cs typeface="Times New Roman" panose="02020603050405020304" pitchFamily="18" charset="0"/>
              </a:rPr>
              <a:t>= </a:t>
            </a:r>
            <a:br>
              <a:rPr lang="en-US" altLang="en-US" sz="2800">
                <a:latin typeface="Times New Roman" panose="02020603050405020304" pitchFamily="18" charset="0"/>
                <a:cs typeface="Times New Roman" panose="02020603050405020304" pitchFamily="18" charset="0"/>
              </a:rPr>
            </a:br>
            <a:r>
              <a:rPr lang="en-US" altLang="en-US" sz="2800">
                <a:latin typeface="Times New Roman" panose="02020603050405020304" pitchFamily="18" charset="0"/>
                <a:cs typeface="Times New Roman" panose="02020603050405020304" pitchFamily="18" charset="0"/>
              </a:rPr>
              <a:t>When Run Prescription is clicked, the system calculates the score for every establishment and classifies it as LOW, MODERATE or HIGH.</a:t>
            </a:r>
            <a:br>
              <a:rPr lang="en-US" altLang="en-US" sz="2800">
                <a:latin typeface="Times New Roman" panose="02020603050405020304" pitchFamily="18" charset="0"/>
                <a:cs typeface="Times New Roman" panose="02020603050405020304" pitchFamily="18" charset="0"/>
              </a:rPr>
            </a:br>
            <a:br>
              <a:rPr lang="en-US" altLang="en-US" sz="2800">
                <a:latin typeface="Times New Roman" panose="02020603050405020304" pitchFamily="18" charset="0"/>
                <a:cs typeface="Times New Roman" panose="02020603050405020304" pitchFamily="18" charset="0"/>
              </a:rPr>
            </a:br>
            <a:r>
              <a:rPr lang="en-US" altLang="en-US" sz="2800">
                <a:latin typeface="Times New Roman" panose="02020603050405020304" pitchFamily="18" charset="0"/>
                <a:cs typeface="Times New Roman" panose="02020603050405020304" pitchFamily="18" charset="0"/>
              </a:rPr>
              <a:t>Table  Risk level distribution of establishments</a:t>
            </a:r>
            <a:br>
              <a:rPr lang="en-US" altLang="en-US" sz="2800">
                <a:latin typeface="Times New Roman" panose="02020603050405020304" pitchFamily="18" charset="0"/>
                <a:cs typeface="Times New Roman" panose="02020603050405020304" pitchFamily="18" charset="0"/>
              </a:rPr>
            </a:br>
            <a:endParaRPr lang="en-US" altLang="en-US" sz="280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1"/>
          <a:stretch>
            <a:fillRect/>
          </a:stretch>
        </p:blipFill>
        <p:spPr>
          <a:xfrm>
            <a:off x="315595" y="3429000"/>
            <a:ext cx="7839075" cy="115506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22366" y="319125"/>
            <a:ext cx="9942409" cy="876193"/>
          </a:xfrm>
        </p:spPr>
        <p:txBody>
          <a:bodyPr>
            <a:normAutofit fontScale="90000"/>
          </a:bodyPr>
          <a:p>
            <a:r>
              <a:rPr lang="en-US" altLang="en-US" sz="2400">
                <a:latin typeface="Times New Roman" panose="02020603050405020304" pitchFamily="18" charset="0"/>
                <a:cs typeface="Times New Roman" panose="02020603050405020304" pitchFamily="18" charset="0"/>
              </a:rPr>
              <a:t>Table  Sample system-generated risk narrative</a:t>
            </a:r>
            <a:br>
              <a:rPr lang="en-US" altLang="en-US" sz="2400">
                <a:latin typeface="Times New Roman" panose="02020603050405020304" pitchFamily="18" charset="0"/>
                <a:cs typeface="Times New Roman" panose="02020603050405020304" pitchFamily="18" charset="0"/>
              </a:rPr>
            </a:br>
            <a:br>
              <a:rPr lang="en-US" altLang="en-US" sz="2400">
                <a:latin typeface="Times New Roman" panose="02020603050405020304" pitchFamily="18" charset="0"/>
                <a:cs typeface="Times New Roman" panose="02020603050405020304" pitchFamily="18" charset="0"/>
              </a:rPr>
            </a:br>
            <a:r>
              <a:rPr lang="en-US" altLang="en-US" sz="2400">
                <a:latin typeface="Times New Roman" panose="02020603050405020304" pitchFamily="18" charset="0"/>
                <a:cs typeface="Times New Roman" panose="02020603050405020304" pitchFamily="18" charset="0"/>
              </a:rPr>
              <a:t>An AI-assisted narrative layer supports the scoring engine. For a selected establishment, it writes a short plain-language assessment that explains why the establishment has its risk level and what the City Health Office should do, using the score, violation count, last inspection date and the system recommendations. The narrative does not change the score or the risk level. Requests are limited to 10 per hour per user, and results are stored so the same establishment is not analyzed again unnecessarily. The narrative is a writing aid and can be imprecise. The sample </a:t>
            </a:r>
            <a:r>
              <a:rPr lang="en-PH" altLang="en-US" sz="2400">
                <a:latin typeface="Times New Roman" panose="02020603050405020304" pitchFamily="18" charset="0"/>
                <a:cs typeface="Times New Roman" panose="02020603050405020304" pitchFamily="18" charset="0"/>
              </a:rPr>
              <a:t>System-generated risk narrative </a:t>
            </a:r>
            <a:r>
              <a:rPr lang="en-US" altLang="en-US" sz="2400">
                <a:latin typeface="Times New Roman" panose="02020603050405020304" pitchFamily="18" charset="0"/>
                <a:cs typeface="Times New Roman" panose="02020603050405020304" pitchFamily="18" charset="0"/>
              </a:rPr>
              <a:t> says the last inspection was over two months ago, although the report is dated June 2025, so inspectors should always check it against the score breakdown.</a:t>
            </a:r>
            <a:br>
              <a:rPr lang="en-US" altLang="en-US" sz="2400">
                <a:latin typeface="Times New Roman" panose="02020603050405020304" pitchFamily="18" charset="0"/>
                <a:cs typeface="Times New Roman" panose="02020603050405020304" pitchFamily="18" charset="0"/>
              </a:rPr>
            </a:br>
            <a:endParaRPr lang="en-US" altLang="en-US" sz="240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239395" y="3521710"/>
            <a:ext cx="8112125" cy="244284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PH" altLang="en-US">
                <a:latin typeface="Times New Roman" panose="02020603050405020304" pitchFamily="18" charset="0"/>
                <a:cs typeface="Times New Roman" panose="02020603050405020304" pitchFamily="18" charset="0"/>
              </a:rPr>
              <a:t>THANK YOU</a:t>
            </a:r>
            <a:endParaRPr lang="en-PH" altLang="en-US">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Film Bur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Bjorn</Template>
  <TotalTime>0</TotalTime>
  <Words>10472</Words>
  <Application>WPS Presentation</Application>
  <PresentationFormat>Widescreen</PresentationFormat>
  <Paragraphs>37</Paragraphs>
  <Slides>12</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12</vt:i4>
      </vt:variant>
    </vt:vector>
  </HeadingPairs>
  <TitlesOfParts>
    <vt:vector size="26" baseType="lpstr">
      <vt:lpstr>Arial</vt:lpstr>
      <vt:lpstr>SimSun</vt:lpstr>
      <vt:lpstr>Wingdings</vt:lpstr>
      <vt:lpstr>Times New Roman</vt:lpstr>
      <vt:lpstr>Neue Haas Grotesk Text Pro</vt:lpstr>
      <vt:lpstr>Segoe Print</vt:lpstr>
      <vt:lpstr>Microsoft YaHei</vt:lpstr>
      <vt:lpstr>Arial Unicode MS</vt:lpstr>
      <vt:lpstr>Calibri</vt:lpstr>
      <vt:lpstr>Wingdings</vt:lpstr>
      <vt:lpstr>Inter Bold</vt:lpstr>
      <vt:lpstr>Inter</vt:lpstr>
      <vt:lpstr>Times New Roman</vt:lpstr>
      <vt:lpstr>Film Burn</vt:lpstr>
      <vt:lpstr>TAYABASCARE: PRESCRIPTIVE ESTABLISHMENT VIOLATIONS USING HISTORICAL INSPECTION DATA FOR CITY HEALTH OFFICE OF TAYABAS CITY </vt:lpstr>
      <vt:lpstr>PowerPoint 演示文稿</vt:lpstr>
      <vt:lpstr>INTRODUCTION  TayabasCare is prescriptive establishment violations using historial inspection data is to developed for the City Health Office of Tayabas City. It modernizes the documentation and monitoring of sanitation inspections of establishments within the city's jurisdiction by storing inspection records in a centralized database where they can be retrieved, reported, and analyzed to support evidence-based decision-making .</vt:lpstr>
      <vt:lpstr>Background of the Problem  The problems faced by the office was the redundant encoding of establishment data across different reporting periods. The office was mandated to collect sanitation data from establishments on a monthly and quarterly basis to comply with Department of Health reporting requirements and local government monitoring protocols. However, due to the absence of an integrated database system, sanitation inspectors were compelled to encode the same establishment information multiple times to generate reports for each time period. This repetitive data entry process was not only time-consuming and inefficient but also significantly increased the risk of data entry errors, inconsistencies, and discrepancies across different reports.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Aeron James Fontanilla</dc:creator>
  <cp:lastModifiedBy>Aeron Fontanilla</cp:lastModifiedBy>
  <cp:revision>16</cp:revision>
  <dcterms:created xsi:type="dcterms:W3CDTF">2026-10-26T23:49:00Z</dcterms:created>
  <dcterms:modified xsi:type="dcterms:W3CDTF">2026-10-27T09:28:50Z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6EDDA37F7BB54CF7872818517805497C_12</vt:lpwstr>
  </property>
</Properties>
</file>